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6" r:id="rId3"/>
    <p:sldId id="257" r:id="rId4"/>
    <p:sldId id="277" r:id="rId5"/>
    <p:sldId id="292" r:id="rId6"/>
    <p:sldId id="258" r:id="rId7"/>
    <p:sldId id="260" r:id="rId8"/>
    <p:sldId id="262" r:id="rId9"/>
    <p:sldId id="264" r:id="rId10"/>
    <p:sldId id="290" r:id="rId11"/>
    <p:sldId id="282" r:id="rId12"/>
    <p:sldId id="283" r:id="rId13"/>
    <p:sldId id="285" r:id="rId14"/>
    <p:sldId id="284" r:id="rId15"/>
    <p:sldId id="287" r:id="rId16"/>
    <p:sldId id="286" r:id="rId17"/>
    <p:sldId id="289" r:id="rId18"/>
    <p:sldId id="288" r:id="rId19"/>
    <p:sldId id="278" r:id="rId20"/>
    <p:sldId id="267" r:id="rId21"/>
    <p:sldId id="280" r:id="rId22"/>
    <p:sldId id="291" r:id="rId23"/>
    <p:sldId id="275"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9C3D29F-5164-1E36-EFC0-2840999634B3}" v="258" dt="2025-01-21T12:28:37.188"/>
    <p1510:client id="{4BC71135-164C-D071-12BA-34A08BA0BA78}" v="23" dt="2025-01-20T15:22:21.682"/>
    <p1510:client id="{642501DC-A790-2130-B03C-1DF4500E15F8}" v="49" dt="2025-01-21T11:05:19.632"/>
    <p1510:client id="{A6D80635-32B1-FEE7-5EF3-95D52CA9A05E}" v="326" dt="2025-01-19T15:07:39.880"/>
    <p1510:client id="{B670F4B5-C71A-6DDD-8DE2-F012DD756566}" v="169" dt="2025-01-21T10:28:40.94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iqa Arooj" userId="S::aniqaa@boltoncollege365.ac.uk::9a7d983c-8288-4955-bd19-2546efa9cbfa" providerId="AD" clId="Web-{4BC71135-164C-D071-12BA-34A08BA0BA78}"/>
    <pc:docChg chg="addSld modSld">
      <pc:chgData name="Aniqa Arooj" userId="S::aniqaa@boltoncollege365.ac.uk::9a7d983c-8288-4955-bd19-2546efa9cbfa" providerId="AD" clId="Web-{4BC71135-164C-D071-12BA-34A08BA0BA78}" dt="2025-01-20T15:22:21.682" v="20" actId="20577"/>
      <pc:docMkLst>
        <pc:docMk/>
      </pc:docMkLst>
      <pc:sldChg chg="modSp new">
        <pc:chgData name="Aniqa Arooj" userId="S::aniqaa@boltoncollege365.ac.uk::9a7d983c-8288-4955-bd19-2546efa9cbfa" providerId="AD" clId="Web-{4BC71135-164C-D071-12BA-34A08BA0BA78}" dt="2025-01-20T15:21:07.177" v="7" actId="20577"/>
        <pc:sldMkLst>
          <pc:docMk/>
          <pc:sldMk cId="1558587085" sldId="280"/>
        </pc:sldMkLst>
        <pc:spChg chg="mod">
          <ac:chgData name="Aniqa Arooj" userId="S::aniqaa@boltoncollege365.ac.uk::9a7d983c-8288-4955-bd19-2546efa9cbfa" providerId="AD" clId="Web-{4BC71135-164C-D071-12BA-34A08BA0BA78}" dt="2025-01-20T15:21:03.817" v="4" actId="20577"/>
          <ac:spMkLst>
            <pc:docMk/>
            <pc:sldMk cId="1558587085" sldId="280"/>
            <ac:spMk id="2" creationId="{C5EB4853-DFD9-C6D9-E905-AFB07A9E336C}"/>
          </ac:spMkLst>
        </pc:spChg>
        <pc:spChg chg="mod">
          <ac:chgData name="Aniqa Arooj" userId="S::aniqaa@boltoncollege365.ac.uk::9a7d983c-8288-4955-bd19-2546efa9cbfa" providerId="AD" clId="Web-{4BC71135-164C-D071-12BA-34A08BA0BA78}" dt="2025-01-20T15:21:07.177" v="7" actId="20577"/>
          <ac:spMkLst>
            <pc:docMk/>
            <pc:sldMk cId="1558587085" sldId="280"/>
            <ac:spMk id="3" creationId="{114EB065-943C-880A-C7CB-E40DE20C95D9}"/>
          </ac:spMkLst>
        </pc:spChg>
      </pc:sldChg>
      <pc:sldChg chg="modSp new">
        <pc:chgData name="Aniqa Arooj" userId="S::aniqaa@boltoncollege365.ac.uk::9a7d983c-8288-4955-bd19-2546efa9cbfa" providerId="AD" clId="Web-{4BC71135-164C-D071-12BA-34A08BA0BA78}" dt="2025-01-20T15:22:21.682" v="20" actId="20577"/>
        <pc:sldMkLst>
          <pc:docMk/>
          <pc:sldMk cId="648363995" sldId="281"/>
        </pc:sldMkLst>
        <pc:spChg chg="mod">
          <ac:chgData name="Aniqa Arooj" userId="S::aniqaa@boltoncollege365.ac.uk::9a7d983c-8288-4955-bd19-2546efa9cbfa" providerId="AD" clId="Web-{4BC71135-164C-D071-12BA-34A08BA0BA78}" dt="2025-01-20T15:21:33.257" v="19" actId="20577"/>
          <ac:spMkLst>
            <pc:docMk/>
            <pc:sldMk cId="648363995" sldId="281"/>
            <ac:spMk id="2" creationId="{3C924A64-C179-CD1A-10BB-DF9DE7D58CBC}"/>
          </ac:spMkLst>
        </pc:spChg>
        <pc:spChg chg="mod">
          <ac:chgData name="Aniqa Arooj" userId="S::aniqaa@boltoncollege365.ac.uk::9a7d983c-8288-4955-bd19-2546efa9cbfa" providerId="AD" clId="Web-{4BC71135-164C-D071-12BA-34A08BA0BA78}" dt="2025-01-20T15:22:21.682" v="20" actId="20577"/>
          <ac:spMkLst>
            <pc:docMk/>
            <pc:sldMk cId="648363995" sldId="281"/>
            <ac:spMk id="3" creationId="{39D21E02-E394-C9F7-0A39-ABA1019BCF4B}"/>
          </ac:spMkLst>
        </pc:spChg>
      </pc:sldChg>
    </pc:docChg>
  </pc:docChgLst>
  <pc:docChgLst>
    <pc:chgData name="Aniqa Arooj" userId="S::aniqaa@boltoncollege365.ac.uk::9a7d983c-8288-4955-bd19-2546efa9cbfa" providerId="AD" clId="Web-{49C3D29F-5164-1E36-EFC0-2840999634B3}"/>
    <pc:docChg chg="addSld delSld modSld sldOrd">
      <pc:chgData name="Aniqa Arooj" userId="S::aniqaa@boltoncollege365.ac.uk::9a7d983c-8288-4955-bd19-2546efa9cbfa" providerId="AD" clId="Web-{49C3D29F-5164-1E36-EFC0-2840999634B3}" dt="2025-01-21T12:28:10.999" v="245" actId="20577"/>
      <pc:docMkLst>
        <pc:docMk/>
      </pc:docMkLst>
      <pc:sldChg chg="modSp ord">
        <pc:chgData name="Aniqa Arooj" userId="S::aniqaa@boltoncollege365.ac.uk::9a7d983c-8288-4955-bd19-2546efa9cbfa" providerId="AD" clId="Web-{49C3D29F-5164-1E36-EFC0-2840999634B3}" dt="2025-01-21T11:56:09.108" v="233" actId="20577"/>
        <pc:sldMkLst>
          <pc:docMk/>
          <pc:sldMk cId="2612998717" sldId="257"/>
        </pc:sldMkLst>
        <pc:spChg chg="mod">
          <ac:chgData name="Aniqa Arooj" userId="S::aniqaa@boltoncollege365.ac.uk::9a7d983c-8288-4955-bd19-2546efa9cbfa" providerId="AD" clId="Web-{49C3D29F-5164-1E36-EFC0-2840999634B3}" dt="2025-01-21T11:46:02.530" v="208" actId="20577"/>
          <ac:spMkLst>
            <pc:docMk/>
            <pc:sldMk cId="2612998717" sldId="257"/>
            <ac:spMk id="2" creationId="{25066E49-9F18-08B7-730D-037553725396}"/>
          </ac:spMkLst>
        </pc:spChg>
        <pc:spChg chg="mod">
          <ac:chgData name="Aniqa Arooj" userId="S::aniqaa@boltoncollege365.ac.uk::9a7d983c-8288-4955-bd19-2546efa9cbfa" providerId="AD" clId="Web-{49C3D29F-5164-1E36-EFC0-2840999634B3}" dt="2025-01-21T11:56:09.108" v="233" actId="20577"/>
          <ac:spMkLst>
            <pc:docMk/>
            <pc:sldMk cId="2612998717" sldId="257"/>
            <ac:spMk id="3" creationId="{21A2A728-EBFA-5890-F686-A5C353FA88AA}"/>
          </ac:spMkLst>
        </pc:spChg>
      </pc:sldChg>
      <pc:sldChg chg="modSp">
        <pc:chgData name="Aniqa Arooj" userId="S::aniqaa@boltoncollege365.ac.uk::9a7d983c-8288-4955-bd19-2546efa9cbfa" providerId="AD" clId="Web-{49C3D29F-5164-1E36-EFC0-2840999634B3}" dt="2025-01-21T11:23:03.026" v="204" actId="20577"/>
        <pc:sldMkLst>
          <pc:docMk/>
          <pc:sldMk cId="2186889722" sldId="258"/>
        </pc:sldMkLst>
        <pc:spChg chg="mod">
          <ac:chgData name="Aniqa Arooj" userId="S::aniqaa@boltoncollege365.ac.uk::9a7d983c-8288-4955-bd19-2546efa9cbfa" providerId="AD" clId="Web-{49C3D29F-5164-1E36-EFC0-2840999634B3}" dt="2025-01-21T11:23:03.026" v="204" actId="20577"/>
          <ac:spMkLst>
            <pc:docMk/>
            <pc:sldMk cId="2186889722" sldId="258"/>
            <ac:spMk id="2" creationId="{B0E8A3E3-FA39-81E4-949C-C856FC76B8ED}"/>
          </ac:spMkLst>
        </pc:spChg>
      </pc:sldChg>
      <pc:sldChg chg="modSp">
        <pc:chgData name="Aniqa Arooj" userId="S::aniqaa@boltoncollege365.ac.uk::9a7d983c-8288-4955-bd19-2546efa9cbfa" providerId="AD" clId="Web-{49C3D29F-5164-1E36-EFC0-2840999634B3}" dt="2025-01-21T11:55:30.232" v="230" actId="20577"/>
        <pc:sldMkLst>
          <pc:docMk/>
          <pc:sldMk cId="904219757" sldId="260"/>
        </pc:sldMkLst>
        <pc:spChg chg="mod">
          <ac:chgData name="Aniqa Arooj" userId="S::aniqaa@boltoncollege365.ac.uk::9a7d983c-8288-4955-bd19-2546efa9cbfa" providerId="AD" clId="Web-{49C3D29F-5164-1E36-EFC0-2840999634B3}" dt="2025-01-21T11:22:57.401" v="203" actId="20577"/>
          <ac:spMkLst>
            <pc:docMk/>
            <pc:sldMk cId="904219757" sldId="260"/>
            <ac:spMk id="2" creationId="{9E4F60F6-381A-3784-2EA4-B1EB061A2D46}"/>
          </ac:spMkLst>
        </pc:spChg>
        <pc:spChg chg="mod">
          <ac:chgData name="Aniqa Arooj" userId="S::aniqaa@boltoncollege365.ac.uk::9a7d983c-8288-4955-bd19-2546efa9cbfa" providerId="AD" clId="Web-{49C3D29F-5164-1E36-EFC0-2840999634B3}" dt="2025-01-21T11:55:30.232" v="230" actId="20577"/>
          <ac:spMkLst>
            <pc:docMk/>
            <pc:sldMk cId="904219757" sldId="260"/>
            <ac:spMk id="3" creationId="{76919602-2011-32D7-630B-B42D7EF1A25F}"/>
          </ac:spMkLst>
        </pc:spChg>
      </pc:sldChg>
      <pc:sldChg chg="del">
        <pc:chgData name="Aniqa Arooj" userId="S::aniqaa@boltoncollege365.ac.uk::9a7d983c-8288-4955-bd19-2546efa9cbfa" providerId="AD" clId="Web-{49C3D29F-5164-1E36-EFC0-2840999634B3}" dt="2025-01-21T11:57:14.484" v="234"/>
        <pc:sldMkLst>
          <pc:docMk/>
          <pc:sldMk cId="1867548834" sldId="268"/>
        </pc:sldMkLst>
      </pc:sldChg>
      <pc:sldChg chg="ord">
        <pc:chgData name="Aniqa Arooj" userId="S::aniqaa@boltoncollege365.ac.uk::9a7d983c-8288-4955-bd19-2546efa9cbfa" providerId="AD" clId="Web-{49C3D29F-5164-1E36-EFC0-2840999634B3}" dt="2025-01-21T11:08:04.066" v="19"/>
        <pc:sldMkLst>
          <pc:docMk/>
          <pc:sldMk cId="3196191982" sldId="275"/>
        </pc:sldMkLst>
      </pc:sldChg>
      <pc:sldChg chg="modSp">
        <pc:chgData name="Aniqa Arooj" userId="S::aniqaa@boltoncollege365.ac.uk::9a7d983c-8288-4955-bd19-2546efa9cbfa" providerId="AD" clId="Web-{49C3D29F-5164-1E36-EFC0-2840999634B3}" dt="2025-01-21T12:28:10.999" v="245" actId="20577"/>
        <pc:sldMkLst>
          <pc:docMk/>
          <pc:sldMk cId="2311199394" sldId="276"/>
        </pc:sldMkLst>
        <pc:spChg chg="mod">
          <ac:chgData name="Aniqa Arooj" userId="S::aniqaa@boltoncollege365.ac.uk::9a7d983c-8288-4955-bd19-2546efa9cbfa" providerId="AD" clId="Web-{49C3D29F-5164-1E36-EFC0-2840999634B3}" dt="2025-01-21T12:28:10.999" v="245" actId="20577"/>
          <ac:spMkLst>
            <pc:docMk/>
            <pc:sldMk cId="2311199394" sldId="276"/>
            <ac:spMk id="3" creationId="{FCA552D3-0806-C216-74B3-22755C89E892}"/>
          </ac:spMkLst>
        </pc:spChg>
      </pc:sldChg>
      <pc:sldChg chg="modSp ord">
        <pc:chgData name="Aniqa Arooj" userId="S::aniqaa@boltoncollege365.ac.uk::9a7d983c-8288-4955-bd19-2546efa9cbfa" providerId="AD" clId="Web-{49C3D29F-5164-1E36-EFC0-2840999634B3}" dt="2025-01-21T11:46:19.530" v="212" actId="20577"/>
        <pc:sldMkLst>
          <pc:docMk/>
          <pc:sldMk cId="1141819020" sldId="277"/>
        </pc:sldMkLst>
        <pc:spChg chg="mod">
          <ac:chgData name="Aniqa Arooj" userId="S::aniqaa@boltoncollege365.ac.uk::9a7d983c-8288-4955-bd19-2546efa9cbfa" providerId="AD" clId="Web-{49C3D29F-5164-1E36-EFC0-2840999634B3}" dt="2025-01-21T11:18:00.299" v="116" actId="20577"/>
          <ac:spMkLst>
            <pc:docMk/>
            <pc:sldMk cId="1141819020" sldId="277"/>
            <ac:spMk id="2" creationId="{194F30A9-D825-E084-4E82-5DC55E6A9B82}"/>
          </ac:spMkLst>
        </pc:spChg>
        <pc:spChg chg="mod">
          <ac:chgData name="Aniqa Arooj" userId="S::aniqaa@boltoncollege365.ac.uk::9a7d983c-8288-4955-bd19-2546efa9cbfa" providerId="AD" clId="Web-{49C3D29F-5164-1E36-EFC0-2840999634B3}" dt="2025-01-21T11:46:19.530" v="212" actId="20577"/>
          <ac:spMkLst>
            <pc:docMk/>
            <pc:sldMk cId="1141819020" sldId="277"/>
            <ac:spMk id="3" creationId="{D580EF2D-F9B5-9B70-1B02-BF1390929EB5}"/>
          </ac:spMkLst>
        </pc:spChg>
      </pc:sldChg>
      <pc:sldChg chg="del">
        <pc:chgData name="Aniqa Arooj" userId="S::aniqaa@boltoncollege365.ac.uk::9a7d983c-8288-4955-bd19-2546efa9cbfa" providerId="AD" clId="Web-{49C3D29F-5164-1E36-EFC0-2840999634B3}" dt="2025-01-21T11:08:11.269" v="20"/>
        <pc:sldMkLst>
          <pc:docMk/>
          <pc:sldMk cId="648363995" sldId="281"/>
        </pc:sldMkLst>
      </pc:sldChg>
      <pc:sldChg chg="modSp">
        <pc:chgData name="Aniqa Arooj" userId="S::aniqaa@boltoncollege365.ac.uk::9a7d983c-8288-4955-bd19-2546efa9cbfa" providerId="AD" clId="Web-{49C3D29F-5164-1E36-EFC0-2840999634B3}" dt="2025-01-21T11:59:01.518" v="238" actId="20577"/>
        <pc:sldMkLst>
          <pc:docMk/>
          <pc:sldMk cId="2182825430" sldId="290"/>
        </pc:sldMkLst>
        <pc:spChg chg="mod">
          <ac:chgData name="Aniqa Arooj" userId="S::aniqaa@boltoncollege365.ac.uk::9a7d983c-8288-4955-bd19-2546efa9cbfa" providerId="AD" clId="Web-{49C3D29F-5164-1E36-EFC0-2840999634B3}" dt="2025-01-21T11:59:01.518" v="238" actId="20577"/>
          <ac:spMkLst>
            <pc:docMk/>
            <pc:sldMk cId="2182825430" sldId="290"/>
            <ac:spMk id="3" creationId="{6E766484-6546-B97E-E3B7-FDC375FF05A0}"/>
          </ac:spMkLst>
        </pc:spChg>
      </pc:sldChg>
      <pc:sldChg chg="modSp new">
        <pc:chgData name="Aniqa Arooj" userId="S::aniqaa@boltoncollege365.ac.uk::9a7d983c-8288-4955-bd19-2546efa9cbfa" providerId="AD" clId="Web-{49C3D29F-5164-1E36-EFC0-2840999634B3}" dt="2025-01-21T11:08:47.332" v="42" actId="20577"/>
        <pc:sldMkLst>
          <pc:docMk/>
          <pc:sldMk cId="1591869570" sldId="291"/>
        </pc:sldMkLst>
        <pc:spChg chg="mod">
          <ac:chgData name="Aniqa Arooj" userId="S::aniqaa@boltoncollege365.ac.uk::9a7d983c-8288-4955-bd19-2546efa9cbfa" providerId="AD" clId="Web-{49C3D29F-5164-1E36-EFC0-2840999634B3}" dt="2025-01-21T11:08:24.957" v="26" actId="20577"/>
          <ac:spMkLst>
            <pc:docMk/>
            <pc:sldMk cId="1591869570" sldId="291"/>
            <ac:spMk id="2" creationId="{970CDD2A-7961-AF69-E8B6-6E20BF0CC46A}"/>
          </ac:spMkLst>
        </pc:spChg>
        <pc:spChg chg="mod">
          <ac:chgData name="Aniqa Arooj" userId="S::aniqaa@boltoncollege365.ac.uk::9a7d983c-8288-4955-bd19-2546efa9cbfa" providerId="AD" clId="Web-{49C3D29F-5164-1E36-EFC0-2840999634B3}" dt="2025-01-21T11:08:47.332" v="42" actId="20577"/>
          <ac:spMkLst>
            <pc:docMk/>
            <pc:sldMk cId="1591869570" sldId="291"/>
            <ac:spMk id="3" creationId="{5A2F5C1B-A763-7510-68E4-1CDA2D0512C1}"/>
          </ac:spMkLst>
        </pc:spChg>
      </pc:sldChg>
      <pc:sldChg chg="modSp new">
        <pc:chgData name="Aniqa Arooj" userId="S::aniqaa@boltoncollege365.ac.uk::9a7d983c-8288-4955-bd19-2546efa9cbfa" providerId="AD" clId="Web-{49C3D29F-5164-1E36-EFC0-2840999634B3}" dt="2025-01-21T11:46:33.843" v="214" actId="20577"/>
        <pc:sldMkLst>
          <pc:docMk/>
          <pc:sldMk cId="838366785" sldId="292"/>
        </pc:sldMkLst>
        <pc:spChg chg="mod">
          <ac:chgData name="Aniqa Arooj" userId="S::aniqaa@boltoncollege365.ac.uk::9a7d983c-8288-4955-bd19-2546efa9cbfa" providerId="AD" clId="Web-{49C3D29F-5164-1E36-EFC0-2840999634B3}" dt="2025-01-21T11:14:50.592" v="67" actId="20577"/>
          <ac:spMkLst>
            <pc:docMk/>
            <pc:sldMk cId="838366785" sldId="292"/>
            <ac:spMk id="2" creationId="{7C568090-7F4C-BC7E-0753-1F8B56970FF4}"/>
          </ac:spMkLst>
        </pc:spChg>
        <pc:spChg chg="mod">
          <ac:chgData name="Aniqa Arooj" userId="S::aniqaa@boltoncollege365.ac.uk::9a7d983c-8288-4955-bd19-2546efa9cbfa" providerId="AD" clId="Web-{49C3D29F-5164-1E36-EFC0-2840999634B3}" dt="2025-01-21T11:46:33.843" v="214" actId="20577"/>
          <ac:spMkLst>
            <pc:docMk/>
            <pc:sldMk cId="838366785" sldId="292"/>
            <ac:spMk id="3" creationId="{1E247929-C511-5846-B334-8F9C443C4A84}"/>
          </ac:spMkLst>
        </pc:spChg>
      </pc:sldChg>
    </pc:docChg>
  </pc:docChgLst>
  <pc:docChgLst>
    <pc:chgData name="Aniqa Arooj" userId="S::aniqaa@boltoncollege365.ac.uk::9a7d983c-8288-4955-bd19-2546efa9cbfa" providerId="AD" clId="Web-{B670F4B5-C71A-6DDD-8DE2-F012DD756566}"/>
    <pc:docChg chg="addSld delSld modSld">
      <pc:chgData name="Aniqa Arooj" userId="S::aniqaa@boltoncollege365.ac.uk::9a7d983c-8288-4955-bd19-2546efa9cbfa" providerId="AD" clId="Web-{B670F4B5-C71A-6DDD-8DE2-F012DD756566}" dt="2025-01-21T10:28:40.948" v="164" actId="1076"/>
      <pc:docMkLst>
        <pc:docMk/>
      </pc:docMkLst>
      <pc:sldChg chg="addSp delSp modSp">
        <pc:chgData name="Aniqa Arooj" userId="S::aniqaa@boltoncollege365.ac.uk::9a7d983c-8288-4955-bd19-2546efa9cbfa" providerId="AD" clId="Web-{B670F4B5-C71A-6DDD-8DE2-F012DD756566}" dt="2025-01-21T10:28:40.948" v="164" actId="1076"/>
        <pc:sldMkLst>
          <pc:docMk/>
          <pc:sldMk cId="2186889722" sldId="258"/>
        </pc:sldMkLst>
        <pc:spChg chg="add del mod">
          <ac:chgData name="Aniqa Arooj" userId="S::aniqaa@boltoncollege365.ac.uk::9a7d983c-8288-4955-bd19-2546efa9cbfa" providerId="AD" clId="Web-{B670F4B5-C71A-6DDD-8DE2-F012DD756566}" dt="2025-01-21T10:28:34.620" v="160"/>
          <ac:spMkLst>
            <pc:docMk/>
            <pc:sldMk cId="2186889722" sldId="258"/>
            <ac:spMk id="6" creationId="{05E0A49A-7473-D89F-6C75-3AD33A628661}"/>
          </ac:spMkLst>
        </pc:spChg>
        <pc:picChg chg="add del mod">
          <ac:chgData name="Aniqa Arooj" userId="S::aniqaa@boltoncollege365.ac.uk::9a7d983c-8288-4955-bd19-2546efa9cbfa" providerId="AD" clId="Web-{B670F4B5-C71A-6DDD-8DE2-F012DD756566}" dt="2025-01-21T10:28:19.838" v="147"/>
          <ac:picMkLst>
            <pc:docMk/>
            <pc:sldMk cId="2186889722" sldId="258"/>
            <ac:picMk id="3" creationId="{B257FEE7-9299-9B9E-C576-4CFFB39266BC}"/>
          </ac:picMkLst>
        </pc:picChg>
        <pc:picChg chg="del">
          <ac:chgData name="Aniqa Arooj" userId="S::aniqaa@boltoncollege365.ac.uk::9a7d983c-8288-4955-bd19-2546efa9cbfa" providerId="AD" clId="Web-{B670F4B5-C71A-6DDD-8DE2-F012DD756566}" dt="2025-01-21T10:28:30.698" v="159"/>
          <ac:picMkLst>
            <pc:docMk/>
            <pc:sldMk cId="2186889722" sldId="258"/>
            <ac:picMk id="5" creationId="{008457D7-CD57-3A57-EA4D-796A0F53DFA0}"/>
          </ac:picMkLst>
        </pc:picChg>
        <pc:picChg chg="add mod ord">
          <ac:chgData name="Aniqa Arooj" userId="S::aniqaa@boltoncollege365.ac.uk::9a7d983c-8288-4955-bd19-2546efa9cbfa" providerId="AD" clId="Web-{B670F4B5-C71A-6DDD-8DE2-F012DD756566}" dt="2025-01-21T10:28:40.948" v="164" actId="1076"/>
          <ac:picMkLst>
            <pc:docMk/>
            <pc:sldMk cId="2186889722" sldId="258"/>
            <ac:picMk id="7" creationId="{15B16791-F4FE-3850-64B0-BAE28D43E57A}"/>
          </ac:picMkLst>
        </pc:picChg>
      </pc:sldChg>
      <pc:sldChg chg="modSp">
        <pc:chgData name="Aniqa Arooj" userId="S::aniqaa@boltoncollege365.ac.uk::9a7d983c-8288-4955-bd19-2546efa9cbfa" providerId="AD" clId="Web-{B670F4B5-C71A-6DDD-8DE2-F012DD756566}" dt="2025-01-21T10:28:20.619" v="158" actId="20577"/>
        <pc:sldMkLst>
          <pc:docMk/>
          <pc:sldMk cId="840177538" sldId="262"/>
        </pc:sldMkLst>
        <pc:spChg chg="mod">
          <ac:chgData name="Aniqa Arooj" userId="S::aniqaa@boltoncollege365.ac.uk::9a7d983c-8288-4955-bd19-2546efa9cbfa" providerId="AD" clId="Web-{B670F4B5-C71A-6DDD-8DE2-F012DD756566}" dt="2025-01-21T10:28:20.619" v="158" actId="20577"/>
          <ac:spMkLst>
            <pc:docMk/>
            <pc:sldMk cId="840177538" sldId="262"/>
            <ac:spMk id="2" creationId="{0F244573-0541-7C15-4956-EE38704BA0CF}"/>
          </ac:spMkLst>
        </pc:spChg>
      </pc:sldChg>
      <pc:sldChg chg="modSp">
        <pc:chgData name="Aniqa Arooj" userId="S::aniqaa@boltoncollege365.ac.uk::9a7d983c-8288-4955-bd19-2546efa9cbfa" providerId="AD" clId="Web-{B670F4B5-C71A-6DDD-8DE2-F012DD756566}" dt="2025-01-21T09:42:50.434" v="2" actId="20577"/>
        <pc:sldMkLst>
          <pc:docMk/>
          <pc:sldMk cId="3196191982" sldId="275"/>
        </pc:sldMkLst>
        <pc:spChg chg="mod">
          <ac:chgData name="Aniqa Arooj" userId="S::aniqaa@boltoncollege365.ac.uk::9a7d983c-8288-4955-bd19-2546efa9cbfa" providerId="AD" clId="Web-{B670F4B5-C71A-6DDD-8DE2-F012DD756566}" dt="2025-01-21T09:42:50.434" v="2" actId="20577"/>
          <ac:spMkLst>
            <pc:docMk/>
            <pc:sldMk cId="3196191982" sldId="275"/>
            <ac:spMk id="3" creationId="{CF36B6C0-7E1C-FFBF-41DC-283F11C0A8DD}"/>
          </ac:spMkLst>
        </pc:spChg>
      </pc:sldChg>
      <pc:sldChg chg="modSp">
        <pc:chgData name="Aniqa Arooj" userId="S::aniqaa@boltoncollege365.ac.uk::9a7d983c-8288-4955-bd19-2546efa9cbfa" providerId="AD" clId="Web-{B670F4B5-C71A-6DDD-8DE2-F012DD756566}" dt="2025-01-21T09:51:02.901" v="25" actId="20577"/>
        <pc:sldMkLst>
          <pc:docMk/>
          <pc:sldMk cId="2311199394" sldId="276"/>
        </pc:sldMkLst>
        <pc:spChg chg="mod">
          <ac:chgData name="Aniqa Arooj" userId="S::aniqaa@boltoncollege365.ac.uk::9a7d983c-8288-4955-bd19-2546efa9cbfa" providerId="AD" clId="Web-{B670F4B5-C71A-6DDD-8DE2-F012DD756566}" dt="2025-01-21T09:51:02.901" v="25" actId="20577"/>
          <ac:spMkLst>
            <pc:docMk/>
            <pc:sldMk cId="2311199394" sldId="276"/>
            <ac:spMk id="3" creationId="{FCA552D3-0806-C216-74B3-22755C89E892}"/>
          </ac:spMkLst>
        </pc:spChg>
      </pc:sldChg>
      <pc:sldChg chg="modSp">
        <pc:chgData name="Aniqa Arooj" userId="S::aniqaa@boltoncollege365.ac.uk::9a7d983c-8288-4955-bd19-2546efa9cbfa" providerId="AD" clId="Web-{B670F4B5-C71A-6DDD-8DE2-F012DD756566}" dt="2025-01-21T09:51:34.261" v="26" actId="20577"/>
        <pc:sldMkLst>
          <pc:docMk/>
          <pc:sldMk cId="1141819020" sldId="277"/>
        </pc:sldMkLst>
        <pc:spChg chg="mod">
          <ac:chgData name="Aniqa Arooj" userId="S::aniqaa@boltoncollege365.ac.uk::9a7d983c-8288-4955-bd19-2546efa9cbfa" providerId="AD" clId="Web-{B670F4B5-C71A-6DDD-8DE2-F012DD756566}" dt="2025-01-21T09:51:34.261" v="26" actId="20577"/>
          <ac:spMkLst>
            <pc:docMk/>
            <pc:sldMk cId="1141819020" sldId="277"/>
            <ac:spMk id="2" creationId="{194F30A9-D825-E084-4E82-5DC55E6A9B82}"/>
          </ac:spMkLst>
        </pc:spChg>
      </pc:sldChg>
      <pc:sldChg chg="modSp">
        <pc:chgData name="Aniqa Arooj" userId="S::aniqaa@boltoncollege365.ac.uk::9a7d983c-8288-4955-bd19-2546efa9cbfa" providerId="AD" clId="Web-{B670F4B5-C71A-6DDD-8DE2-F012DD756566}" dt="2025-01-21T10:12:16.952" v="78" actId="20577"/>
        <pc:sldMkLst>
          <pc:docMk/>
          <pc:sldMk cId="1278290594" sldId="278"/>
        </pc:sldMkLst>
        <pc:spChg chg="mod">
          <ac:chgData name="Aniqa Arooj" userId="S::aniqaa@boltoncollege365.ac.uk::9a7d983c-8288-4955-bd19-2546efa9cbfa" providerId="AD" clId="Web-{B670F4B5-C71A-6DDD-8DE2-F012DD756566}" dt="2025-01-21T10:12:16.952" v="78" actId="20577"/>
          <ac:spMkLst>
            <pc:docMk/>
            <pc:sldMk cId="1278290594" sldId="278"/>
            <ac:spMk id="2" creationId="{18EAB6DB-CBE3-DF84-87EB-41EEAC4C7E08}"/>
          </ac:spMkLst>
        </pc:spChg>
      </pc:sldChg>
      <pc:sldChg chg="del">
        <pc:chgData name="Aniqa Arooj" userId="S::aniqaa@boltoncollege365.ac.uk::9a7d983c-8288-4955-bd19-2546efa9cbfa" providerId="AD" clId="Web-{B670F4B5-C71A-6DDD-8DE2-F012DD756566}" dt="2025-01-21T10:11:17.169" v="69"/>
        <pc:sldMkLst>
          <pc:docMk/>
          <pc:sldMk cId="1948533521" sldId="279"/>
        </pc:sldMkLst>
      </pc:sldChg>
      <pc:sldChg chg="addSp delSp modSp new">
        <pc:chgData name="Aniqa Arooj" userId="S::aniqaa@boltoncollege365.ac.uk::9a7d983c-8288-4955-bd19-2546efa9cbfa" providerId="AD" clId="Web-{B670F4B5-C71A-6DDD-8DE2-F012DD756566}" dt="2025-01-21T09:56:09.332" v="37" actId="20577"/>
        <pc:sldMkLst>
          <pc:docMk/>
          <pc:sldMk cId="4264605174" sldId="282"/>
        </pc:sldMkLst>
        <pc:spChg chg="mod">
          <ac:chgData name="Aniqa Arooj" userId="S::aniqaa@boltoncollege365.ac.uk::9a7d983c-8288-4955-bd19-2546efa9cbfa" providerId="AD" clId="Web-{B670F4B5-C71A-6DDD-8DE2-F012DD756566}" dt="2025-01-21T09:56:09.332" v="37" actId="20577"/>
          <ac:spMkLst>
            <pc:docMk/>
            <pc:sldMk cId="4264605174" sldId="282"/>
            <ac:spMk id="2" creationId="{15A2763B-A0E9-C362-3E0B-07697E891C29}"/>
          </ac:spMkLst>
        </pc:spChg>
        <pc:spChg chg="del">
          <ac:chgData name="Aniqa Arooj" userId="S::aniqaa@boltoncollege365.ac.uk::9a7d983c-8288-4955-bd19-2546efa9cbfa" providerId="AD" clId="Web-{B670F4B5-C71A-6DDD-8DE2-F012DD756566}" dt="2025-01-21T09:55:49.487" v="28"/>
          <ac:spMkLst>
            <pc:docMk/>
            <pc:sldMk cId="4264605174" sldId="282"/>
            <ac:spMk id="3" creationId="{8BC10397-0865-8309-3037-142993F1D808}"/>
          </ac:spMkLst>
        </pc:spChg>
        <pc:picChg chg="add mod ord">
          <ac:chgData name="Aniqa Arooj" userId="S::aniqaa@boltoncollege365.ac.uk::9a7d983c-8288-4955-bd19-2546efa9cbfa" providerId="AD" clId="Web-{B670F4B5-C71A-6DDD-8DE2-F012DD756566}" dt="2025-01-21T09:55:56.987" v="32" actId="1076"/>
          <ac:picMkLst>
            <pc:docMk/>
            <pc:sldMk cId="4264605174" sldId="282"/>
            <ac:picMk id="4" creationId="{C485CC62-E889-40A9-7428-6B7C34F3B734}"/>
          </ac:picMkLst>
        </pc:picChg>
      </pc:sldChg>
      <pc:sldChg chg="modSp new">
        <pc:chgData name="Aniqa Arooj" userId="S::aniqaa@boltoncollege365.ac.uk::9a7d983c-8288-4955-bd19-2546efa9cbfa" providerId="AD" clId="Web-{B670F4B5-C71A-6DDD-8DE2-F012DD756566}" dt="2025-01-21T10:06:56.521" v="52" actId="20577"/>
        <pc:sldMkLst>
          <pc:docMk/>
          <pc:sldMk cId="65524130" sldId="283"/>
        </pc:sldMkLst>
        <pc:spChg chg="mod">
          <ac:chgData name="Aniqa Arooj" userId="S::aniqaa@boltoncollege365.ac.uk::9a7d983c-8288-4955-bd19-2546efa9cbfa" providerId="AD" clId="Web-{B670F4B5-C71A-6DDD-8DE2-F012DD756566}" dt="2025-01-21T10:01:41.700" v="47" actId="20577"/>
          <ac:spMkLst>
            <pc:docMk/>
            <pc:sldMk cId="65524130" sldId="283"/>
            <ac:spMk id="2" creationId="{144F6780-22F0-DBCE-B5FE-D30FFEA9B6C2}"/>
          </ac:spMkLst>
        </pc:spChg>
        <pc:spChg chg="mod">
          <ac:chgData name="Aniqa Arooj" userId="S::aniqaa@boltoncollege365.ac.uk::9a7d983c-8288-4955-bd19-2546efa9cbfa" providerId="AD" clId="Web-{B670F4B5-C71A-6DDD-8DE2-F012DD756566}" dt="2025-01-21T10:06:56.521" v="52" actId="20577"/>
          <ac:spMkLst>
            <pc:docMk/>
            <pc:sldMk cId="65524130" sldId="283"/>
            <ac:spMk id="3" creationId="{CCA98C3E-175F-4E25-A2D2-35DB008A7F98}"/>
          </ac:spMkLst>
        </pc:spChg>
      </pc:sldChg>
      <pc:sldChg chg="modSp new">
        <pc:chgData name="Aniqa Arooj" userId="S::aniqaa@boltoncollege365.ac.uk::9a7d983c-8288-4955-bd19-2546efa9cbfa" providerId="AD" clId="Web-{B670F4B5-C71A-6DDD-8DE2-F012DD756566}" dt="2025-01-21T10:11:07.528" v="67" actId="20577"/>
        <pc:sldMkLst>
          <pc:docMk/>
          <pc:sldMk cId="965323586" sldId="284"/>
        </pc:sldMkLst>
        <pc:spChg chg="mod">
          <ac:chgData name="Aniqa Arooj" userId="S::aniqaa@boltoncollege365.ac.uk::9a7d983c-8288-4955-bd19-2546efa9cbfa" providerId="AD" clId="Web-{B670F4B5-C71A-6DDD-8DE2-F012DD756566}" dt="2025-01-21T10:10:36.496" v="61" actId="20577"/>
          <ac:spMkLst>
            <pc:docMk/>
            <pc:sldMk cId="965323586" sldId="284"/>
            <ac:spMk id="2" creationId="{3CE40D10-D468-558F-BAC1-243CB3A61CC2}"/>
          </ac:spMkLst>
        </pc:spChg>
        <pc:spChg chg="mod">
          <ac:chgData name="Aniqa Arooj" userId="S::aniqaa@boltoncollege365.ac.uk::9a7d983c-8288-4955-bd19-2546efa9cbfa" providerId="AD" clId="Web-{B670F4B5-C71A-6DDD-8DE2-F012DD756566}" dt="2025-01-21T10:11:07.528" v="67" actId="20577"/>
          <ac:spMkLst>
            <pc:docMk/>
            <pc:sldMk cId="965323586" sldId="284"/>
            <ac:spMk id="3" creationId="{5157DBD8-7788-002F-7570-D2E299689E5E}"/>
          </ac:spMkLst>
        </pc:spChg>
      </pc:sldChg>
      <pc:sldChg chg="addSp delSp modSp new">
        <pc:chgData name="Aniqa Arooj" userId="S::aniqaa@boltoncollege365.ac.uk::9a7d983c-8288-4955-bd19-2546efa9cbfa" providerId="AD" clId="Web-{B670F4B5-C71A-6DDD-8DE2-F012DD756566}" dt="2025-01-21T10:11:50.482" v="77" actId="14100"/>
        <pc:sldMkLst>
          <pc:docMk/>
          <pc:sldMk cId="3064465117" sldId="285"/>
        </pc:sldMkLst>
        <pc:spChg chg="mod">
          <ac:chgData name="Aniqa Arooj" userId="S::aniqaa@boltoncollege365.ac.uk::9a7d983c-8288-4955-bd19-2546efa9cbfa" providerId="AD" clId="Web-{B670F4B5-C71A-6DDD-8DE2-F012DD756566}" dt="2025-01-21T10:11:41.326" v="73" actId="20577"/>
          <ac:spMkLst>
            <pc:docMk/>
            <pc:sldMk cId="3064465117" sldId="285"/>
            <ac:spMk id="2" creationId="{6F7EA3D6-9A30-D7EC-B437-2E4FD5A38CC8}"/>
          </ac:spMkLst>
        </pc:spChg>
        <pc:spChg chg="del">
          <ac:chgData name="Aniqa Arooj" userId="S::aniqaa@boltoncollege365.ac.uk::9a7d983c-8288-4955-bd19-2546efa9cbfa" providerId="AD" clId="Web-{B670F4B5-C71A-6DDD-8DE2-F012DD756566}" dt="2025-01-21T10:11:43.263" v="74"/>
          <ac:spMkLst>
            <pc:docMk/>
            <pc:sldMk cId="3064465117" sldId="285"/>
            <ac:spMk id="3" creationId="{02293219-05C0-4114-D52E-CF4471E5ABED}"/>
          </ac:spMkLst>
        </pc:spChg>
        <pc:picChg chg="add mod ord">
          <ac:chgData name="Aniqa Arooj" userId="S::aniqaa@boltoncollege365.ac.uk::9a7d983c-8288-4955-bd19-2546efa9cbfa" providerId="AD" clId="Web-{B670F4B5-C71A-6DDD-8DE2-F012DD756566}" dt="2025-01-21T10:11:50.482" v="77" actId="14100"/>
          <ac:picMkLst>
            <pc:docMk/>
            <pc:sldMk cId="3064465117" sldId="285"/>
            <ac:picMk id="4" creationId="{DC3E1FA8-D7A7-386F-AB0C-129570CD6D23}"/>
          </ac:picMkLst>
        </pc:picChg>
      </pc:sldChg>
      <pc:sldChg chg="modSp new">
        <pc:chgData name="Aniqa Arooj" userId="S::aniqaa@boltoncollege365.ac.uk::9a7d983c-8288-4955-bd19-2546efa9cbfa" providerId="AD" clId="Web-{B670F4B5-C71A-6DDD-8DE2-F012DD756566}" dt="2025-01-21T10:15:22.598" v="94" actId="20577"/>
        <pc:sldMkLst>
          <pc:docMk/>
          <pc:sldMk cId="2404800794" sldId="286"/>
        </pc:sldMkLst>
        <pc:spChg chg="mod">
          <ac:chgData name="Aniqa Arooj" userId="S::aniqaa@boltoncollege365.ac.uk::9a7d983c-8288-4955-bd19-2546efa9cbfa" providerId="AD" clId="Web-{B670F4B5-C71A-6DDD-8DE2-F012DD756566}" dt="2025-01-21T10:15:01.410" v="89" actId="20577"/>
          <ac:spMkLst>
            <pc:docMk/>
            <pc:sldMk cId="2404800794" sldId="286"/>
            <ac:spMk id="2" creationId="{24DCBA93-D3AD-EFF0-FB01-13E670C993BE}"/>
          </ac:spMkLst>
        </pc:spChg>
        <pc:spChg chg="mod">
          <ac:chgData name="Aniqa Arooj" userId="S::aniqaa@boltoncollege365.ac.uk::9a7d983c-8288-4955-bd19-2546efa9cbfa" providerId="AD" clId="Web-{B670F4B5-C71A-6DDD-8DE2-F012DD756566}" dt="2025-01-21T10:15:22.598" v="94" actId="20577"/>
          <ac:spMkLst>
            <pc:docMk/>
            <pc:sldMk cId="2404800794" sldId="286"/>
            <ac:spMk id="3" creationId="{5D7463E6-9243-6DB1-C642-2E792B4CF95A}"/>
          </ac:spMkLst>
        </pc:spChg>
      </pc:sldChg>
      <pc:sldChg chg="addSp delSp modSp new">
        <pc:chgData name="Aniqa Arooj" userId="S::aniqaa@boltoncollege365.ac.uk::9a7d983c-8288-4955-bd19-2546efa9cbfa" providerId="AD" clId="Web-{B670F4B5-C71A-6DDD-8DE2-F012DD756566}" dt="2025-01-21T10:16:11.849" v="106" actId="1076"/>
        <pc:sldMkLst>
          <pc:docMk/>
          <pc:sldMk cId="2821612443" sldId="287"/>
        </pc:sldMkLst>
        <pc:spChg chg="mod">
          <ac:chgData name="Aniqa Arooj" userId="S::aniqaa@boltoncollege365.ac.uk::9a7d983c-8288-4955-bd19-2546efa9cbfa" providerId="AD" clId="Web-{B670F4B5-C71A-6DDD-8DE2-F012DD756566}" dt="2025-01-21T10:16:03.052" v="101" actId="20577"/>
          <ac:spMkLst>
            <pc:docMk/>
            <pc:sldMk cId="2821612443" sldId="287"/>
            <ac:spMk id="2" creationId="{59D28788-71B3-6F2A-2EAF-D2ED1E8C7B41}"/>
          </ac:spMkLst>
        </pc:spChg>
        <pc:spChg chg="del">
          <ac:chgData name="Aniqa Arooj" userId="S::aniqaa@boltoncollege365.ac.uk::9a7d983c-8288-4955-bd19-2546efa9cbfa" providerId="AD" clId="Web-{B670F4B5-C71A-6DDD-8DE2-F012DD756566}" dt="2025-01-21T10:16:04.864" v="102"/>
          <ac:spMkLst>
            <pc:docMk/>
            <pc:sldMk cId="2821612443" sldId="287"/>
            <ac:spMk id="3" creationId="{03F18340-70B3-8C9F-9BF3-0506C3270FAD}"/>
          </ac:spMkLst>
        </pc:spChg>
        <pc:picChg chg="add mod ord">
          <ac:chgData name="Aniqa Arooj" userId="S::aniqaa@boltoncollege365.ac.uk::9a7d983c-8288-4955-bd19-2546efa9cbfa" providerId="AD" clId="Web-{B670F4B5-C71A-6DDD-8DE2-F012DD756566}" dt="2025-01-21T10:16:11.849" v="106" actId="1076"/>
          <ac:picMkLst>
            <pc:docMk/>
            <pc:sldMk cId="2821612443" sldId="287"/>
            <ac:picMk id="4" creationId="{137432B3-3AA0-475B-691F-E4273456F412}"/>
          </ac:picMkLst>
        </pc:picChg>
      </pc:sldChg>
      <pc:sldChg chg="modSp new">
        <pc:chgData name="Aniqa Arooj" userId="S::aniqaa@boltoncollege365.ac.uk::9a7d983c-8288-4955-bd19-2546efa9cbfa" providerId="AD" clId="Web-{B670F4B5-C71A-6DDD-8DE2-F012DD756566}" dt="2025-01-21T10:18:44.213" v="115" actId="20577"/>
        <pc:sldMkLst>
          <pc:docMk/>
          <pc:sldMk cId="2760005383" sldId="288"/>
        </pc:sldMkLst>
        <pc:spChg chg="mod">
          <ac:chgData name="Aniqa Arooj" userId="S::aniqaa@boltoncollege365.ac.uk::9a7d983c-8288-4955-bd19-2546efa9cbfa" providerId="AD" clId="Web-{B670F4B5-C71A-6DDD-8DE2-F012DD756566}" dt="2025-01-21T10:18:44.213" v="115" actId="20577"/>
          <ac:spMkLst>
            <pc:docMk/>
            <pc:sldMk cId="2760005383" sldId="288"/>
            <ac:spMk id="2" creationId="{661F96C9-77DB-D56D-B489-779759BB2676}"/>
          </ac:spMkLst>
        </pc:spChg>
        <pc:spChg chg="mod">
          <ac:chgData name="Aniqa Arooj" userId="S::aniqaa@boltoncollege365.ac.uk::9a7d983c-8288-4955-bd19-2546efa9cbfa" providerId="AD" clId="Web-{B670F4B5-C71A-6DDD-8DE2-F012DD756566}" dt="2025-01-21T10:18:28.056" v="109" actId="20577"/>
          <ac:spMkLst>
            <pc:docMk/>
            <pc:sldMk cId="2760005383" sldId="288"/>
            <ac:spMk id="3" creationId="{703C2F71-5FDA-52CE-476C-511044E51181}"/>
          </ac:spMkLst>
        </pc:spChg>
      </pc:sldChg>
      <pc:sldChg chg="addSp delSp modSp new">
        <pc:chgData name="Aniqa Arooj" userId="S::aniqaa@boltoncollege365.ac.uk::9a7d983c-8288-4955-bd19-2546efa9cbfa" providerId="AD" clId="Web-{B670F4B5-C71A-6DDD-8DE2-F012DD756566}" dt="2025-01-21T10:22:31.250" v="134" actId="1076"/>
        <pc:sldMkLst>
          <pc:docMk/>
          <pc:sldMk cId="850008779" sldId="289"/>
        </pc:sldMkLst>
        <pc:spChg chg="mod">
          <ac:chgData name="Aniqa Arooj" userId="S::aniqaa@boltoncollege365.ac.uk::9a7d983c-8288-4955-bd19-2546efa9cbfa" providerId="AD" clId="Web-{B670F4B5-C71A-6DDD-8DE2-F012DD756566}" dt="2025-01-21T10:22:12.312" v="128" actId="20577"/>
          <ac:spMkLst>
            <pc:docMk/>
            <pc:sldMk cId="850008779" sldId="289"/>
            <ac:spMk id="2" creationId="{8EF6632F-694F-AE0F-CD01-D9B36FC74895}"/>
          </ac:spMkLst>
        </pc:spChg>
        <pc:spChg chg="del">
          <ac:chgData name="Aniqa Arooj" userId="S::aniqaa@boltoncollege365.ac.uk::9a7d983c-8288-4955-bd19-2546efa9cbfa" providerId="AD" clId="Web-{B670F4B5-C71A-6DDD-8DE2-F012DD756566}" dt="2025-01-21T10:19:00.494" v="117"/>
          <ac:spMkLst>
            <pc:docMk/>
            <pc:sldMk cId="850008779" sldId="289"/>
            <ac:spMk id="3" creationId="{C36F5AC0-7D62-2D54-449A-47BC4D213839}"/>
          </ac:spMkLst>
        </pc:spChg>
        <pc:spChg chg="add del mod">
          <ac:chgData name="Aniqa Arooj" userId="S::aniqaa@boltoncollege365.ac.uk::9a7d983c-8288-4955-bd19-2546efa9cbfa" providerId="AD" clId="Web-{B670F4B5-C71A-6DDD-8DE2-F012DD756566}" dt="2025-01-21T10:22:26.609" v="130"/>
          <ac:spMkLst>
            <pc:docMk/>
            <pc:sldMk cId="850008779" sldId="289"/>
            <ac:spMk id="6" creationId="{0AE799AC-2E72-CC92-08FB-45737087FB24}"/>
          </ac:spMkLst>
        </pc:spChg>
        <pc:picChg chg="add del mod ord">
          <ac:chgData name="Aniqa Arooj" userId="S::aniqaa@boltoncollege365.ac.uk::9a7d983c-8288-4955-bd19-2546efa9cbfa" providerId="AD" clId="Web-{B670F4B5-C71A-6DDD-8DE2-F012DD756566}" dt="2025-01-21T10:22:13.156" v="129"/>
          <ac:picMkLst>
            <pc:docMk/>
            <pc:sldMk cId="850008779" sldId="289"/>
            <ac:picMk id="4" creationId="{A8BD0976-4EAD-9D8F-4D11-1671A81FC1A1}"/>
          </ac:picMkLst>
        </pc:picChg>
        <pc:picChg chg="add mod ord">
          <ac:chgData name="Aniqa Arooj" userId="S::aniqaa@boltoncollege365.ac.uk::9a7d983c-8288-4955-bd19-2546efa9cbfa" providerId="AD" clId="Web-{B670F4B5-C71A-6DDD-8DE2-F012DD756566}" dt="2025-01-21T10:22:31.250" v="134" actId="1076"/>
          <ac:picMkLst>
            <pc:docMk/>
            <pc:sldMk cId="850008779" sldId="289"/>
            <ac:picMk id="7" creationId="{2217AD3C-3C5F-3ABC-21CD-DFD956C52E79}"/>
          </ac:picMkLst>
        </pc:picChg>
      </pc:sldChg>
    </pc:docChg>
  </pc:docChgLst>
  <pc:docChgLst>
    <pc:chgData name="Aniqa Arooj" userId="S::aniqaa@boltoncollege365.ac.uk::9a7d983c-8288-4955-bd19-2546efa9cbfa" providerId="AD" clId="Web-{642501DC-A790-2130-B03C-1DF4500E15F8}"/>
    <pc:docChg chg="addSld modSld">
      <pc:chgData name="Aniqa Arooj" userId="S::aniqaa@boltoncollege365.ac.uk::9a7d983c-8288-4955-bd19-2546efa9cbfa" providerId="AD" clId="Web-{642501DC-A790-2130-B03C-1DF4500E15F8}" dt="2025-01-21T11:05:19.632" v="47" actId="20577"/>
      <pc:docMkLst>
        <pc:docMk/>
      </pc:docMkLst>
      <pc:sldChg chg="modSp">
        <pc:chgData name="Aniqa Arooj" userId="S::aniqaa@boltoncollege365.ac.uk::9a7d983c-8288-4955-bd19-2546efa9cbfa" providerId="AD" clId="Web-{642501DC-A790-2130-B03C-1DF4500E15F8}" dt="2025-01-21T10:52:51.627" v="1" actId="20577"/>
        <pc:sldMkLst>
          <pc:docMk/>
          <pc:sldMk cId="726935717" sldId="256"/>
        </pc:sldMkLst>
        <pc:spChg chg="mod">
          <ac:chgData name="Aniqa Arooj" userId="S::aniqaa@boltoncollege365.ac.uk::9a7d983c-8288-4955-bd19-2546efa9cbfa" providerId="AD" clId="Web-{642501DC-A790-2130-B03C-1DF4500E15F8}" dt="2025-01-21T10:52:51.627" v="1" actId="20577"/>
          <ac:spMkLst>
            <pc:docMk/>
            <pc:sldMk cId="726935717" sldId="256"/>
            <ac:spMk id="2" creationId="{27A1BC87-C95B-717A-088D-4EA7C6412D4B}"/>
          </ac:spMkLst>
        </pc:spChg>
      </pc:sldChg>
      <pc:sldChg chg="modSp">
        <pc:chgData name="Aniqa Arooj" userId="S::aniqaa@boltoncollege365.ac.uk::9a7d983c-8288-4955-bd19-2546efa9cbfa" providerId="AD" clId="Web-{642501DC-A790-2130-B03C-1DF4500E15F8}" dt="2025-01-21T10:58:50.981" v="24" actId="20577"/>
        <pc:sldMkLst>
          <pc:docMk/>
          <pc:sldMk cId="2626510234" sldId="264"/>
        </pc:sldMkLst>
        <pc:spChg chg="mod">
          <ac:chgData name="Aniqa Arooj" userId="S::aniqaa@boltoncollege365.ac.uk::9a7d983c-8288-4955-bd19-2546efa9cbfa" providerId="AD" clId="Web-{642501DC-A790-2130-B03C-1DF4500E15F8}" dt="2025-01-21T10:58:50.981" v="24" actId="20577"/>
          <ac:spMkLst>
            <pc:docMk/>
            <pc:sldMk cId="2626510234" sldId="264"/>
            <ac:spMk id="6" creationId="{3821BBBA-CD69-558F-E960-5E25FFAA6E56}"/>
          </ac:spMkLst>
        </pc:spChg>
      </pc:sldChg>
      <pc:sldChg chg="modSp">
        <pc:chgData name="Aniqa Arooj" userId="S::aniqaa@boltoncollege365.ac.uk::9a7d983c-8288-4955-bd19-2546efa9cbfa" providerId="AD" clId="Web-{642501DC-A790-2130-B03C-1DF4500E15F8}" dt="2025-01-21T10:53:39.706" v="21" actId="20577"/>
        <pc:sldMkLst>
          <pc:docMk/>
          <pc:sldMk cId="3196191982" sldId="275"/>
        </pc:sldMkLst>
        <pc:spChg chg="mod">
          <ac:chgData name="Aniqa Arooj" userId="S::aniqaa@boltoncollege365.ac.uk::9a7d983c-8288-4955-bd19-2546efa9cbfa" providerId="AD" clId="Web-{642501DC-A790-2130-B03C-1DF4500E15F8}" dt="2025-01-21T10:53:39.706" v="21" actId="20577"/>
          <ac:spMkLst>
            <pc:docMk/>
            <pc:sldMk cId="3196191982" sldId="275"/>
            <ac:spMk id="2" creationId="{D0395118-046B-22D6-A043-D38F96E14382}"/>
          </ac:spMkLst>
        </pc:spChg>
      </pc:sldChg>
      <pc:sldChg chg="modSp new">
        <pc:chgData name="Aniqa Arooj" userId="S::aniqaa@boltoncollege365.ac.uk::9a7d983c-8288-4955-bd19-2546efa9cbfa" providerId="AD" clId="Web-{642501DC-A790-2130-B03C-1DF4500E15F8}" dt="2025-01-21T11:05:19.632" v="47" actId="20577"/>
        <pc:sldMkLst>
          <pc:docMk/>
          <pc:sldMk cId="2182825430" sldId="290"/>
        </pc:sldMkLst>
        <pc:spChg chg="mod">
          <ac:chgData name="Aniqa Arooj" userId="S::aniqaa@boltoncollege365.ac.uk::9a7d983c-8288-4955-bd19-2546efa9cbfa" providerId="AD" clId="Web-{642501DC-A790-2130-B03C-1DF4500E15F8}" dt="2025-01-21T10:59:04.731" v="29" actId="20577"/>
          <ac:spMkLst>
            <pc:docMk/>
            <pc:sldMk cId="2182825430" sldId="290"/>
            <ac:spMk id="2" creationId="{2118F98A-C85D-4950-1C2A-BDF090EFC518}"/>
          </ac:spMkLst>
        </pc:spChg>
        <pc:spChg chg="mod">
          <ac:chgData name="Aniqa Arooj" userId="S::aniqaa@boltoncollege365.ac.uk::9a7d983c-8288-4955-bd19-2546efa9cbfa" providerId="AD" clId="Web-{642501DC-A790-2130-B03C-1DF4500E15F8}" dt="2025-01-21T11:05:19.632" v="47" actId="20577"/>
          <ac:spMkLst>
            <pc:docMk/>
            <pc:sldMk cId="2182825430" sldId="290"/>
            <ac:spMk id="3" creationId="{6E766484-6546-B97E-E3B7-FDC375FF05A0}"/>
          </ac:spMkLst>
        </pc:spChg>
      </pc:sldChg>
    </pc:docChg>
  </pc:docChgLst>
  <pc:docChgLst>
    <pc:chgData name="Aniqa Arooj" userId="S::aniqaa@boltoncollege365.ac.uk::9a7d983c-8288-4955-bd19-2546efa9cbfa" providerId="AD" clId="Web-{A6D80635-32B1-FEE7-5EF3-95D52CA9A05E}"/>
    <pc:docChg chg="addSld delSld modSld sldOrd">
      <pc:chgData name="Aniqa Arooj" userId="S::aniqaa@boltoncollege365.ac.uk::9a7d983c-8288-4955-bd19-2546efa9cbfa" providerId="AD" clId="Web-{A6D80635-32B1-FEE7-5EF3-95D52CA9A05E}" dt="2025-01-19T15:07:39.880" v="321"/>
      <pc:docMkLst>
        <pc:docMk/>
      </pc:docMkLst>
      <pc:sldChg chg="modSp">
        <pc:chgData name="Aniqa Arooj" userId="S::aniqaa@boltoncollege365.ac.uk::9a7d983c-8288-4955-bd19-2546efa9cbfa" providerId="AD" clId="Web-{A6D80635-32B1-FEE7-5EF3-95D52CA9A05E}" dt="2025-01-19T14:24:46.466" v="5" actId="20577"/>
        <pc:sldMkLst>
          <pc:docMk/>
          <pc:sldMk cId="726935717" sldId="256"/>
        </pc:sldMkLst>
        <pc:spChg chg="mod">
          <ac:chgData name="Aniqa Arooj" userId="S::aniqaa@boltoncollege365.ac.uk::9a7d983c-8288-4955-bd19-2546efa9cbfa" providerId="AD" clId="Web-{A6D80635-32B1-FEE7-5EF3-95D52CA9A05E}" dt="2025-01-19T14:24:46.466" v="5" actId="20577"/>
          <ac:spMkLst>
            <pc:docMk/>
            <pc:sldMk cId="726935717" sldId="256"/>
            <ac:spMk id="3" creationId="{20DB553F-2374-88BD-56BC-FD018A4FADDC}"/>
          </ac:spMkLst>
        </pc:spChg>
      </pc:sldChg>
      <pc:sldChg chg="modSp">
        <pc:chgData name="Aniqa Arooj" userId="S::aniqaa@boltoncollege365.ac.uk::9a7d983c-8288-4955-bd19-2546efa9cbfa" providerId="AD" clId="Web-{A6D80635-32B1-FEE7-5EF3-95D52CA9A05E}" dt="2025-01-19T14:26:56.724" v="104" actId="20577"/>
        <pc:sldMkLst>
          <pc:docMk/>
          <pc:sldMk cId="2612998717" sldId="257"/>
        </pc:sldMkLst>
        <pc:spChg chg="mod">
          <ac:chgData name="Aniqa Arooj" userId="S::aniqaa@boltoncollege365.ac.uk::9a7d983c-8288-4955-bd19-2546efa9cbfa" providerId="AD" clId="Web-{A6D80635-32B1-FEE7-5EF3-95D52CA9A05E}" dt="2025-01-19T14:26:56.724" v="104" actId="20577"/>
          <ac:spMkLst>
            <pc:docMk/>
            <pc:sldMk cId="2612998717" sldId="257"/>
            <ac:spMk id="3" creationId="{21A2A728-EBFA-5890-F686-A5C353FA88AA}"/>
          </ac:spMkLst>
        </pc:spChg>
      </pc:sldChg>
      <pc:sldChg chg="del">
        <pc:chgData name="Aniqa Arooj" userId="S::aniqaa@boltoncollege365.ac.uk::9a7d983c-8288-4955-bd19-2546efa9cbfa" providerId="AD" clId="Web-{A6D80635-32B1-FEE7-5EF3-95D52CA9A05E}" dt="2025-01-19T14:33:18.956" v="179"/>
        <pc:sldMkLst>
          <pc:docMk/>
          <pc:sldMk cId="4234663538" sldId="259"/>
        </pc:sldMkLst>
      </pc:sldChg>
      <pc:sldChg chg="del">
        <pc:chgData name="Aniqa Arooj" userId="S::aniqaa@boltoncollege365.ac.uk::9a7d983c-8288-4955-bd19-2546efa9cbfa" providerId="AD" clId="Web-{A6D80635-32B1-FEE7-5EF3-95D52CA9A05E}" dt="2025-01-19T14:33:28.925" v="180"/>
        <pc:sldMkLst>
          <pc:docMk/>
          <pc:sldMk cId="2320734749" sldId="261"/>
        </pc:sldMkLst>
      </pc:sldChg>
      <pc:sldChg chg="del">
        <pc:chgData name="Aniqa Arooj" userId="S::aniqaa@boltoncollege365.ac.uk::9a7d983c-8288-4955-bd19-2546efa9cbfa" providerId="AD" clId="Web-{A6D80635-32B1-FEE7-5EF3-95D52CA9A05E}" dt="2025-01-19T14:33:35.285" v="181"/>
        <pc:sldMkLst>
          <pc:docMk/>
          <pc:sldMk cId="2174743931" sldId="263"/>
        </pc:sldMkLst>
      </pc:sldChg>
      <pc:sldChg chg="del">
        <pc:chgData name="Aniqa Arooj" userId="S::aniqaa@boltoncollege365.ac.uk::9a7d983c-8288-4955-bd19-2546efa9cbfa" providerId="AD" clId="Web-{A6D80635-32B1-FEE7-5EF3-95D52CA9A05E}" dt="2025-01-19T14:33:45.504" v="182"/>
        <pc:sldMkLst>
          <pc:docMk/>
          <pc:sldMk cId="1551970821" sldId="265"/>
        </pc:sldMkLst>
      </pc:sldChg>
      <pc:sldChg chg="del">
        <pc:chgData name="Aniqa Arooj" userId="S::aniqaa@boltoncollege365.ac.uk::9a7d983c-8288-4955-bd19-2546efa9cbfa" providerId="AD" clId="Web-{A6D80635-32B1-FEE7-5EF3-95D52CA9A05E}" dt="2025-01-19T14:33:52.286" v="183"/>
        <pc:sldMkLst>
          <pc:docMk/>
          <pc:sldMk cId="4034288246" sldId="266"/>
        </pc:sldMkLst>
      </pc:sldChg>
      <pc:sldChg chg="ord">
        <pc:chgData name="Aniqa Arooj" userId="S::aniqaa@boltoncollege365.ac.uk::9a7d983c-8288-4955-bd19-2546efa9cbfa" providerId="AD" clId="Web-{A6D80635-32B1-FEE7-5EF3-95D52CA9A05E}" dt="2025-01-19T15:07:11.192" v="320"/>
        <pc:sldMkLst>
          <pc:docMk/>
          <pc:sldMk cId="1867548834" sldId="268"/>
        </pc:sldMkLst>
      </pc:sldChg>
      <pc:sldChg chg="del">
        <pc:chgData name="Aniqa Arooj" userId="S::aniqaa@boltoncollege365.ac.uk::9a7d983c-8288-4955-bd19-2546efa9cbfa" providerId="AD" clId="Web-{A6D80635-32B1-FEE7-5EF3-95D52CA9A05E}" dt="2025-01-19T14:34:42.024" v="188"/>
        <pc:sldMkLst>
          <pc:docMk/>
          <pc:sldMk cId="2675094752" sldId="269"/>
        </pc:sldMkLst>
      </pc:sldChg>
      <pc:sldChg chg="del">
        <pc:chgData name="Aniqa Arooj" userId="S::aniqaa@boltoncollege365.ac.uk::9a7d983c-8288-4955-bd19-2546efa9cbfa" providerId="AD" clId="Web-{A6D80635-32B1-FEE7-5EF3-95D52CA9A05E}" dt="2025-01-19T14:34:34.398" v="187"/>
        <pc:sldMkLst>
          <pc:docMk/>
          <pc:sldMk cId="2611204533" sldId="270"/>
        </pc:sldMkLst>
      </pc:sldChg>
      <pc:sldChg chg="del ord">
        <pc:chgData name="Aniqa Arooj" userId="S::aniqaa@boltoncollege365.ac.uk::9a7d983c-8288-4955-bd19-2546efa9cbfa" providerId="AD" clId="Web-{A6D80635-32B1-FEE7-5EF3-95D52CA9A05E}" dt="2025-01-19T14:34:28.382" v="186"/>
        <pc:sldMkLst>
          <pc:docMk/>
          <pc:sldMk cId="2821137596" sldId="271"/>
        </pc:sldMkLst>
      </pc:sldChg>
      <pc:sldChg chg="del">
        <pc:chgData name="Aniqa Arooj" userId="S::aniqaa@boltoncollege365.ac.uk::9a7d983c-8288-4955-bd19-2546efa9cbfa" providerId="AD" clId="Web-{A6D80635-32B1-FEE7-5EF3-95D52CA9A05E}" dt="2025-01-19T14:34:47.633" v="189"/>
        <pc:sldMkLst>
          <pc:docMk/>
          <pc:sldMk cId="2994016572" sldId="272"/>
        </pc:sldMkLst>
      </pc:sldChg>
      <pc:sldChg chg="del">
        <pc:chgData name="Aniqa Arooj" userId="S::aniqaa@boltoncollege365.ac.uk::9a7d983c-8288-4955-bd19-2546efa9cbfa" providerId="AD" clId="Web-{A6D80635-32B1-FEE7-5EF3-95D52CA9A05E}" dt="2025-01-19T14:34:24.819" v="185"/>
        <pc:sldMkLst>
          <pc:docMk/>
          <pc:sldMk cId="160101108" sldId="273"/>
        </pc:sldMkLst>
      </pc:sldChg>
      <pc:sldChg chg="del">
        <pc:chgData name="Aniqa Arooj" userId="S::aniqaa@boltoncollege365.ac.uk::9a7d983c-8288-4955-bd19-2546efa9cbfa" providerId="AD" clId="Web-{A6D80635-32B1-FEE7-5EF3-95D52CA9A05E}" dt="2025-01-19T14:34:57.009" v="190"/>
        <pc:sldMkLst>
          <pc:docMk/>
          <pc:sldMk cId="181510516" sldId="274"/>
        </pc:sldMkLst>
      </pc:sldChg>
      <pc:sldChg chg="modSp new">
        <pc:chgData name="Aniqa Arooj" userId="S::aniqaa@boltoncollege365.ac.uk::9a7d983c-8288-4955-bd19-2546efa9cbfa" providerId="AD" clId="Web-{A6D80635-32B1-FEE7-5EF3-95D52CA9A05E}" dt="2025-01-19T14:26:41.207" v="99" actId="20577"/>
        <pc:sldMkLst>
          <pc:docMk/>
          <pc:sldMk cId="3196191982" sldId="275"/>
        </pc:sldMkLst>
        <pc:spChg chg="mod">
          <ac:chgData name="Aniqa Arooj" userId="S::aniqaa@boltoncollege365.ac.uk::9a7d983c-8288-4955-bd19-2546efa9cbfa" providerId="AD" clId="Web-{A6D80635-32B1-FEE7-5EF3-95D52CA9A05E}" dt="2025-01-19T14:25:28.437" v="25" actId="20577"/>
          <ac:spMkLst>
            <pc:docMk/>
            <pc:sldMk cId="3196191982" sldId="275"/>
            <ac:spMk id="2" creationId="{D0395118-046B-22D6-A043-D38F96E14382}"/>
          </ac:spMkLst>
        </pc:spChg>
        <pc:spChg chg="mod">
          <ac:chgData name="Aniqa Arooj" userId="S::aniqaa@boltoncollege365.ac.uk::9a7d983c-8288-4955-bd19-2546efa9cbfa" providerId="AD" clId="Web-{A6D80635-32B1-FEE7-5EF3-95D52CA9A05E}" dt="2025-01-19T14:26:41.207" v="99" actId="20577"/>
          <ac:spMkLst>
            <pc:docMk/>
            <pc:sldMk cId="3196191982" sldId="275"/>
            <ac:spMk id="3" creationId="{CF36B6C0-7E1C-FFBF-41DC-283F11C0A8DD}"/>
          </ac:spMkLst>
        </pc:spChg>
      </pc:sldChg>
      <pc:sldChg chg="modSp new addAnim">
        <pc:chgData name="Aniqa Arooj" userId="S::aniqaa@boltoncollege365.ac.uk::9a7d983c-8288-4955-bd19-2546efa9cbfa" providerId="AD" clId="Web-{A6D80635-32B1-FEE7-5EF3-95D52CA9A05E}" dt="2025-01-19T14:32:04.029" v="161" actId="20577"/>
        <pc:sldMkLst>
          <pc:docMk/>
          <pc:sldMk cId="2311199394" sldId="276"/>
        </pc:sldMkLst>
        <pc:spChg chg="mod">
          <ac:chgData name="Aniqa Arooj" userId="S::aniqaa@boltoncollege365.ac.uk::9a7d983c-8288-4955-bd19-2546efa9cbfa" providerId="AD" clId="Web-{A6D80635-32B1-FEE7-5EF3-95D52CA9A05E}" dt="2025-01-19T14:27:12.803" v="110" actId="20577"/>
          <ac:spMkLst>
            <pc:docMk/>
            <pc:sldMk cId="2311199394" sldId="276"/>
            <ac:spMk id="2" creationId="{6178E79F-3A4B-FF0B-284A-83EE3D1863F5}"/>
          </ac:spMkLst>
        </pc:spChg>
        <pc:spChg chg="mod">
          <ac:chgData name="Aniqa Arooj" userId="S::aniqaa@boltoncollege365.ac.uk::9a7d983c-8288-4955-bd19-2546efa9cbfa" providerId="AD" clId="Web-{A6D80635-32B1-FEE7-5EF3-95D52CA9A05E}" dt="2025-01-19T14:32:04.029" v="161" actId="20577"/>
          <ac:spMkLst>
            <pc:docMk/>
            <pc:sldMk cId="2311199394" sldId="276"/>
            <ac:spMk id="3" creationId="{FCA552D3-0806-C216-74B3-22755C89E892}"/>
          </ac:spMkLst>
        </pc:spChg>
      </pc:sldChg>
      <pc:sldChg chg="modSp new">
        <pc:chgData name="Aniqa Arooj" userId="S::aniqaa@boltoncollege365.ac.uk::9a7d983c-8288-4955-bd19-2546efa9cbfa" providerId="AD" clId="Web-{A6D80635-32B1-FEE7-5EF3-95D52CA9A05E}" dt="2025-01-19T14:33:05.330" v="178" actId="20577"/>
        <pc:sldMkLst>
          <pc:docMk/>
          <pc:sldMk cId="1141819020" sldId="277"/>
        </pc:sldMkLst>
        <pc:spChg chg="mod">
          <ac:chgData name="Aniqa Arooj" userId="S::aniqaa@boltoncollege365.ac.uk::9a7d983c-8288-4955-bd19-2546efa9cbfa" providerId="AD" clId="Web-{A6D80635-32B1-FEE7-5EF3-95D52CA9A05E}" dt="2025-01-19T14:33:00.814" v="174" actId="20577"/>
          <ac:spMkLst>
            <pc:docMk/>
            <pc:sldMk cId="1141819020" sldId="277"/>
            <ac:spMk id="2" creationId="{194F30A9-D825-E084-4E82-5DC55E6A9B82}"/>
          </ac:spMkLst>
        </pc:spChg>
        <pc:spChg chg="mod">
          <ac:chgData name="Aniqa Arooj" userId="S::aniqaa@boltoncollege365.ac.uk::9a7d983c-8288-4955-bd19-2546efa9cbfa" providerId="AD" clId="Web-{A6D80635-32B1-FEE7-5EF3-95D52CA9A05E}" dt="2025-01-19T14:33:05.330" v="178" actId="20577"/>
          <ac:spMkLst>
            <pc:docMk/>
            <pc:sldMk cId="1141819020" sldId="277"/>
            <ac:spMk id="3" creationId="{D580EF2D-F9B5-9B70-1B02-BF1390929EB5}"/>
          </ac:spMkLst>
        </pc:spChg>
      </pc:sldChg>
      <pc:sldChg chg="new del">
        <pc:chgData name="Aniqa Arooj" userId="S::aniqaa@boltoncollege365.ac.uk::9a7d983c-8288-4955-bd19-2546efa9cbfa" providerId="AD" clId="Web-{A6D80635-32B1-FEE7-5EF3-95D52CA9A05E}" dt="2025-01-19T14:32:09.952" v="162"/>
        <pc:sldMkLst>
          <pc:docMk/>
          <pc:sldMk cId="4196034630" sldId="277"/>
        </pc:sldMkLst>
      </pc:sldChg>
      <pc:sldChg chg="modSp new">
        <pc:chgData name="Aniqa Arooj" userId="S::aniqaa@boltoncollege365.ac.uk::9a7d983c-8288-4955-bd19-2546efa9cbfa" providerId="AD" clId="Web-{A6D80635-32B1-FEE7-5EF3-95D52CA9A05E}" dt="2025-01-19T15:02:28.285" v="319" actId="20577"/>
        <pc:sldMkLst>
          <pc:docMk/>
          <pc:sldMk cId="1278290594" sldId="278"/>
        </pc:sldMkLst>
        <pc:spChg chg="mod">
          <ac:chgData name="Aniqa Arooj" userId="S::aniqaa@boltoncollege365.ac.uk::9a7d983c-8288-4955-bd19-2546efa9cbfa" providerId="AD" clId="Web-{A6D80635-32B1-FEE7-5EF3-95D52CA9A05E}" dt="2025-01-19T14:35:38.121" v="217" actId="20577"/>
          <ac:spMkLst>
            <pc:docMk/>
            <pc:sldMk cId="1278290594" sldId="278"/>
            <ac:spMk id="2" creationId="{18EAB6DB-CBE3-DF84-87EB-41EEAC4C7E08}"/>
          </ac:spMkLst>
        </pc:spChg>
        <pc:spChg chg="mod">
          <ac:chgData name="Aniqa Arooj" userId="S::aniqaa@boltoncollege365.ac.uk::9a7d983c-8288-4955-bd19-2546efa9cbfa" providerId="AD" clId="Web-{A6D80635-32B1-FEE7-5EF3-95D52CA9A05E}" dt="2025-01-19T15:02:28.285" v="319" actId="20577"/>
          <ac:spMkLst>
            <pc:docMk/>
            <pc:sldMk cId="1278290594" sldId="278"/>
            <ac:spMk id="3" creationId="{A57BE7E0-232C-61DD-8C1F-77834E35E2C4}"/>
          </ac:spMkLst>
        </pc:spChg>
      </pc:sldChg>
      <pc:sldChg chg="new">
        <pc:chgData name="Aniqa Arooj" userId="S::aniqaa@boltoncollege365.ac.uk::9a7d983c-8288-4955-bd19-2546efa9cbfa" providerId="AD" clId="Web-{A6D80635-32B1-FEE7-5EF3-95D52CA9A05E}" dt="2025-01-19T15:07:39.880" v="321"/>
        <pc:sldMkLst>
          <pc:docMk/>
          <pc:sldMk cId="1948533521" sldId="279"/>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1F075-B53C-A929-3881-FE4A384A539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778B8809-023B-0996-6999-BCA6DC9AA27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D290DDDA-D0AB-EDB5-C677-2B3EBC26434E}"/>
              </a:ext>
            </a:extLst>
          </p:cNvPr>
          <p:cNvSpPr>
            <a:spLocks noGrp="1"/>
          </p:cNvSpPr>
          <p:nvPr>
            <p:ph type="dt" sz="half" idx="10"/>
          </p:nvPr>
        </p:nvSpPr>
        <p:spPr/>
        <p:txBody>
          <a:bodyPr/>
          <a:lstStyle/>
          <a:p>
            <a:fld id="{77340F91-6B22-40FD-8C1A-2F41E17A9436}" type="datetimeFigureOut">
              <a:rPr lang="en-GB" smtClean="0"/>
              <a:t>21/01/2025</a:t>
            </a:fld>
            <a:endParaRPr lang="en-GB"/>
          </a:p>
        </p:txBody>
      </p:sp>
      <p:sp>
        <p:nvSpPr>
          <p:cNvPr id="5" name="Footer Placeholder 4">
            <a:extLst>
              <a:ext uri="{FF2B5EF4-FFF2-40B4-BE49-F238E27FC236}">
                <a16:creationId xmlns:a16="http://schemas.microsoft.com/office/drawing/2014/main" id="{86B4AB41-FE3E-B586-CC76-72C388DBB29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A3E707E-CACE-D9AC-2D76-A93C7BD735B2}"/>
              </a:ext>
            </a:extLst>
          </p:cNvPr>
          <p:cNvSpPr>
            <a:spLocks noGrp="1"/>
          </p:cNvSpPr>
          <p:nvPr>
            <p:ph type="sldNum" sz="quarter" idx="12"/>
          </p:nvPr>
        </p:nvSpPr>
        <p:spPr/>
        <p:txBody>
          <a:bodyPr/>
          <a:lstStyle/>
          <a:p>
            <a:fld id="{278A5F2B-4EDB-4D3F-AED8-630617250E45}" type="slidenum">
              <a:rPr lang="en-GB" smtClean="0"/>
              <a:t>‹#›</a:t>
            </a:fld>
            <a:endParaRPr lang="en-GB"/>
          </a:p>
        </p:txBody>
      </p:sp>
    </p:spTree>
    <p:extLst>
      <p:ext uri="{BB962C8B-B14F-4D97-AF65-F5344CB8AC3E}">
        <p14:creationId xmlns:p14="http://schemas.microsoft.com/office/powerpoint/2010/main" val="35131901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7EC7C-606B-5AF4-3C54-8CF4849F6E15}"/>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5BEBEEB-1879-844B-B357-8C350F5DB33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98A1316-1B5A-CFD2-7268-2392A5160850}"/>
              </a:ext>
            </a:extLst>
          </p:cNvPr>
          <p:cNvSpPr>
            <a:spLocks noGrp="1"/>
          </p:cNvSpPr>
          <p:nvPr>
            <p:ph type="dt" sz="half" idx="10"/>
          </p:nvPr>
        </p:nvSpPr>
        <p:spPr/>
        <p:txBody>
          <a:bodyPr/>
          <a:lstStyle/>
          <a:p>
            <a:fld id="{77340F91-6B22-40FD-8C1A-2F41E17A9436}" type="datetimeFigureOut">
              <a:rPr lang="en-GB" smtClean="0"/>
              <a:t>21/01/2025</a:t>
            </a:fld>
            <a:endParaRPr lang="en-GB"/>
          </a:p>
        </p:txBody>
      </p:sp>
      <p:sp>
        <p:nvSpPr>
          <p:cNvPr id="5" name="Footer Placeholder 4">
            <a:extLst>
              <a:ext uri="{FF2B5EF4-FFF2-40B4-BE49-F238E27FC236}">
                <a16:creationId xmlns:a16="http://schemas.microsoft.com/office/drawing/2014/main" id="{93AA08EF-FFC2-5BE8-6E87-6E1EE34005A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E5743C6-E24D-9847-FC65-109ABB4C2F91}"/>
              </a:ext>
            </a:extLst>
          </p:cNvPr>
          <p:cNvSpPr>
            <a:spLocks noGrp="1"/>
          </p:cNvSpPr>
          <p:nvPr>
            <p:ph type="sldNum" sz="quarter" idx="12"/>
          </p:nvPr>
        </p:nvSpPr>
        <p:spPr/>
        <p:txBody>
          <a:bodyPr/>
          <a:lstStyle/>
          <a:p>
            <a:fld id="{278A5F2B-4EDB-4D3F-AED8-630617250E45}" type="slidenum">
              <a:rPr lang="en-GB" smtClean="0"/>
              <a:t>‹#›</a:t>
            </a:fld>
            <a:endParaRPr lang="en-GB"/>
          </a:p>
        </p:txBody>
      </p:sp>
    </p:spTree>
    <p:extLst>
      <p:ext uri="{BB962C8B-B14F-4D97-AF65-F5344CB8AC3E}">
        <p14:creationId xmlns:p14="http://schemas.microsoft.com/office/powerpoint/2010/main" val="33260191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B23E65-7BA2-E0DF-2E8C-9590D39B704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6EA754E5-9148-C809-1EFB-732C0DCB7F3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CA9E1DC-BFD0-654A-F531-D2B68458EE88}"/>
              </a:ext>
            </a:extLst>
          </p:cNvPr>
          <p:cNvSpPr>
            <a:spLocks noGrp="1"/>
          </p:cNvSpPr>
          <p:nvPr>
            <p:ph type="dt" sz="half" idx="10"/>
          </p:nvPr>
        </p:nvSpPr>
        <p:spPr/>
        <p:txBody>
          <a:bodyPr/>
          <a:lstStyle/>
          <a:p>
            <a:fld id="{77340F91-6B22-40FD-8C1A-2F41E17A9436}" type="datetimeFigureOut">
              <a:rPr lang="en-GB" smtClean="0"/>
              <a:t>21/01/2025</a:t>
            </a:fld>
            <a:endParaRPr lang="en-GB"/>
          </a:p>
        </p:txBody>
      </p:sp>
      <p:sp>
        <p:nvSpPr>
          <p:cNvPr id="5" name="Footer Placeholder 4">
            <a:extLst>
              <a:ext uri="{FF2B5EF4-FFF2-40B4-BE49-F238E27FC236}">
                <a16:creationId xmlns:a16="http://schemas.microsoft.com/office/drawing/2014/main" id="{CEF40ADE-24F5-2579-E436-3CD5056D49A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22EB5C7-32FB-8697-F4E8-F2ECB678A7AC}"/>
              </a:ext>
            </a:extLst>
          </p:cNvPr>
          <p:cNvSpPr>
            <a:spLocks noGrp="1"/>
          </p:cNvSpPr>
          <p:nvPr>
            <p:ph type="sldNum" sz="quarter" idx="12"/>
          </p:nvPr>
        </p:nvSpPr>
        <p:spPr/>
        <p:txBody>
          <a:bodyPr/>
          <a:lstStyle/>
          <a:p>
            <a:fld id="{278A5F2B-4EDB-4D3F-AED8-630617250E45}" type="slidenum">
              <a:rPr lang="en-GB" smtClean="0"/>
              <a:t>‹#›</a:t>
            </a:fld>
            <a:endParaRPr lang="en-GB"/>
          </a:p>
        </p:txBody>
      </p:sp>
    </p:spTree>
    <p:extLst>
      <p:ext uri="{BB962C8B-B14F-4D97-AF65-F5344CB8AC3E}">
        <p14:creationId xmlns:p14="http://schemas.microsoft.com/office/powerpoint/2010/main" val="32134501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1A15F-E1F2-CD5D-AD86-9FA6ABC2E5F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7B79C54-3AFD-DAB9-CC6E-F97951345AF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0F8955F2-A1C1-AA2E-C354-32A83951D4E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7006396E-D070-9DAA-8939-F5A5F6E1A3A3}"/>
              </a:ext>
            </a:extLst>
          </p:cNvPr>
          <p:cNvSpPr>
            <a:spLocks noGrp="1"/>
          </p:cNvSpPr>
          <p:nvPr>
            <p:ph type="dt" sz="half" idx="10"/>
          </p:nvPr>
        </p:nvSpPr>
        <p:spPr/>
        <p:txBody>
          <a:bodyPr/>
          <a:lstStyle/>
          <a:p>
            <a:fld id="{77340F91-6B22-40FD-8C1A-2F41E17A9436}" type="datetimeFigureOut">
              <a:rPr lang="en-GB" smtClean="0"/>
              <a:t>21/01/2025</a:t>
            </a:fld>
            <a:endParaRPr lang="en-GB"/>
          </a:p>
        </p:txBody>
      </p:sp>
      <p:sp>
        <p:nvSpPr>
          <p:cNvPr id="6" name="Footer Placeholder 5">
            <a:extLst>
              <a:ext uri="{FF2B5EF4-FFF2-40B4-BE49-F238E27FC236}">
                <a16:creationId xmlns:a16="http://schemas.microsoft.com/office/drawing/2014/main" id="{4ED81EC2-63C3-50AE-CC74-2FB558E8396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6474D1D-4A08-59C9-2666-233F38A3CB44}"/>
              </a:ext>
            </a:extLst>
          </p:cNvPr>
          <p:cNvSpPr>
            <a:spLocks noGrp="1"/>
          </p:cNvSpPr>
          <p:nvPr>
            <p:ph type="sldNum" sz="quarter" idx="12"/>
          </p:nvPr>
        </p:nvSpPr>
        <p:spPr/>
        <p:txBody>
          <a:bodyPr/>
          <a:lstStyle/>
          <a:p>
            <a:fld id="{278A5F2B-4EDB-4D3F-AED8-630617250E45}" type="slidenum">
              <a:rPr lang="en-GB" smtClean="0"/>
              <a:t>‹#›</a:t>
            </a:fld>
            <a:endParaRPr lang="en-GB"/>
          </a:p>
        </p:txBody>
      </p:sp>
    </p:spTree>
    <p:extLst>
      <p:ext uri="{BB962C8B-B14F-4D97-AF65-F5344CB8AC3E}">
        <p14:creationId xmlns:p14="http://schemas.microsoft.com/office/powerpoint/2010/main" val="3967676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AB09C-6B88-2987-B7A6-09C77ADD21A9}"/>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D400577-998A-EF56-614C-56FEBFB2483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6762D7A-95EF-5A2D-D6D2-7835977A1F1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8373ECFC-097F-3F0A-4E2B-5040417ACC0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5C275C6-3706-71E5-CA8C-5E40C2BA696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22BD342F-9B48-050A-21CB-DDE73ED73C72}"/>
              </a:ext>
            </a:extLst>
          </p:cNvPr>
          <p:cNvSpPr>
            <a:spLocks noGrp="1"/>
          </p:cNvSpPr>
          <p:nvPr>
            <p:ph type="dt" sz="half" idx="10"/>
          </p:nvPr>
        </p:nvSpPr>
        <p:spPr/>
        <p:txBody>
          <a:bodyPr/>
          <a:lstStyle/>
          <a:p>
            <a:fld id="{77340F91-6B22-40FD-8C1A-2F41E17A9436}" type="datetimeFigureOut">
              <a:rPr lang="en-GB" smtClean="0"/>
              <a:t>21/01/2025</a:t>
            </a:fld>
            <a:endParaRPr lang="en-GB"/>
          </a:p>
        </p:txBody>
      </p:sp>
      <p:sp>
        <p:nvSpPr>
          <p:cNvPr id="8" name="Footer Placeholder 7">
            <a:extLst>
              <a:ext uri="{FF2B5EF4-FFF2-40B4-BE49-F238E27FC236}">
                <a16:creationId xmlns:a16="http://schemas.microsoft.com/office/drawing/2014/main" id="{C66CED81-712D-C651-7043-621CCD74A5FF}"/>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1FFED89C-9789-2493-E4AD-5867FA8D1EC2}"/>
              </a:ext>
            </a:extLst>
          </p:cNvPr>
          <p:cNvSpPr>
            <a:spLocks noGrp="1"/>
          </p:cNvSpPr>
          <p:nvPr>
            <p:ph type="sldNum" sz="quarter" idx="12"/>
          </p:nvPr>
        </p:nvSpPr>
        <p:spPr/>
        <p:txBody>
          <a:bodyPr/>
          <a:lstStyle/>
          <a:p>
            <a:fld id="{278A5F2B-4EDB-4D3F-AED8-630617250E45}" type="slidenum">
              <a:rPr lang="en-GB" smtClean="0"/>
              <a:t>‹#›</a:t>
            </a:fld>
            <a:endParaRPr lang="en-GB"/>
          </a:p>
        </p:txBody>
      </p:sp>
    </p:spTree>
    <p:extLst>
      <p:ext uri="{BB962C8B-B14F-4D97-AF65-F5344CB8AC3E}">
        <p14:creationId xmlns:p14="http://schemas.microsoft.com/office/powerpoint/2010/main" val="19940851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42923D-89A0-9CDB-7473-D7D7C55AE45A}"/>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D88FDD56-6771-C1D6-D3E7-D8EE8E414407}"/>
              </a:ext>
            </a:extLst>
          </p:cNvPr>
          <p:cNvSpPr>
            <a:spLocks noGrp="1"/>
          </p:cNvSpPr>
          <p:nvPr>
            <p:ph type="dt" sz="half" idx="10"/>
          </p:nvPr>
        </p:nvSpPr>
        <p:spPr/>
        <p:txBody>
          <a:bodyPr/>
          <a:lstStyle/>
          <a:p>
            <a:fld id="{77340F91-6B22-40FD-8C1A-2F41E17A9436}" type="datetimeFigureOut">
              <a:rPr lang="en-GB" smtClean="0"/>
              <a:t>21/01/2025</a:t>
            </a:fld>
            <a:endParaRPr lang="en-GB"/>
          </a:p>
        </p:txBody>
      </p:sp>
      <p:sp>
        <p:nvSpPr>
          <p:cNvPr id="4" name="Footer Placeholder 3">
            <a:extLst>
              <a:ext uri="{FF2B5EF4-FFF2-40B4-BE49-F238E27FC236}">
                <a16:creationId xmlns:a16="http://schemas.microsoft.com/office/drawing/2014/main" id="{21422443-3E71-8674-C329-AF2DA2FE07E4}"/>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06E0A21E-637A-A9D5-7D9B-D99A0D087467}"/>
              </a:ext>
            </a:extLst>
          </p:cNvPr>
          <p:cNvSpPr>
            <a:spLocks noGrp="1"/>
          </p:cNvSpPr>
          <p:nvPr>
            <p:ph type="sldNum" sz="quarter" idx="12"/>
          </p:nvPr>
        </p:nvSpPr>
        <p:spPr/>
        <p:txBody>
          <a:bodyPr/>
          <a:lstStyle/>
          <a:p>
            <a:fld id="{278A5F2B-4EDB-4D3F-AED8-630617250E45}" type="slidenum">
              <a:rPr lang="en-GB" smtClean="0"/>
              <a:t>‹#›</a:t>
            </a:fld>
            <a:endParaRPr lang="en-GB"/>
          </a:p>
        </p:txBody>
      </p:sp>
    </p:spTree>
    <p:extLst>
      <p:ext uri="{BB962C8B-B14F-4D97-AF65-F5344CB8AC3E}">
        <p14:creationId xmlns:p14="http://schemas.microsoft.com/office/powerpoint/2010/main" val="38009928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26DB707-4D25-7DB6-CB08-FC25FADD93F8}"/>
              </a:ext>
            </a:extLst>
          </p:cNvPr>
          <p:cNvSpPr>
            <a:spLocks noGrp="1"/>
          </p:cNvSpPr>
          <p:nvPr>
            <p:ph type="dt" sz="half" idx="10"/>
          </p:nvPr>
        </p:nvSpPr>
        <p:spPr/>
        <p:txBody>
          <a:bodyPr/>
          <a:lstStyle/>
          <a:p>
            <a:fld id="{77340F91-6B22-40FD-8C1A-2F41E17A9436}" type="datetimeFigureOut">
              <a:rPr lang="en-GB" smtClean="0"/>
              <a:t>21/01/2025</a:t>
            </a:fld>
            <a:endParaRPr lang="en-GB"/>
          </a:p>
        </p:txBody>
      </p:sp>
      <p:sp>
        <p:nvSpPr>
          <p:cNvPr id="3" name="Footer Placeholder 2">
            <a:extLst>
              <a:ext uri="{FF2B5EF4-FFF2-40B4-BE49-F238E27FC236}">
                <a16:creationId xmlns:a16="http://schemas.microsoft.com/office/drawing/2014/main" id="{0FF7770D-3136-3F0B-C42C-F2E79B7D735D}"/>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A2DBD1C9-2BF6-2351-E77C-D5C5F3FA742E}"/>
              </a:ext>
            </a:extLst>
          </p:cNvPr>
          <p:cNvSpPr>
            <a:spLocks noGrp="1"/>
          </p:cNvSpPr>
          <p:nvPr>
            <p:ph type="sldNum" sz="quarter" idx="12"/>
          </p:nvPr>
        </p:nvSpPr>
        <p:spPr/>
        <p:txBody>
          <a:bodyPr/>
          <a:lstStyle/>
          <a:p>
            <a:fld id="{278A5F2B-4EDB-4D3F-AED8-630617250E45}" type="slidenum">
              <a:rPr lang="en-GB" smtClean="0"/>
              <a:t>‹#›</a:t>
            </a:fld>
            <a:endParaRPr lang="en-GB"/>
          </a:p>
        </p:txBody>
      </p:sp>
    </p:spTree>
    <p:extLst>
      <p:ext uri="{BB962C8B-B14F-4D97-AF65-F5344CB8AC3E}">
        <p14:creationId xmlns:p14="http://schemas.microsoft.com/office/powerpoint/2010/main" val="18185045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55B9C6-9FEC-0B63-E849-1BF18E9950A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6CE59E9A-55D9-5217-C732-9A42545BCDB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2E2DA1DF-8403-1506-3E53-684EFF3D75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069D4A3-2593-F910-CE69-E110109F0668}"/>
              </a:ext>
            </a:extLst>
          </p:cNvPr>
          <p:cNvSpPr>
            <a:spLocks noGrp="1"/>
          </p:cNvSpPr>
          <p:nvPr>
            <p:ph type="dt" sz="half" idx="10"/>
          </p:nvPr>
        </p:nvSpPr>
        <p:spPr/>
        <p:txBody>
          <a:bodyPr/>
          <a:lstStyle/>
          <a:p>
            <a:fld id="{77340F91-6B22-40FD-8C1A-2F41E17A9436}" type="datetimeFigureOut">
              <a:rPr lang="en-GB" smtClean="0"/>
              <a:t>21/01/2025</a:t>
            </a:fld>
            <a:endParaRPr lang="en-GB"/>
          </a:p>
        </p:txBody>
      </p:sp>
      <p:sp>
        <p:nvSpPr>
          <p:cNvPr id="6" name="Footer Placeholder 5">
            <a:extLst>
              <a:ext uri="{FF2B5EF4-FFF2-40B4-BE49-F238E27FC236}">
                <a16:creationId xmlns:a16="http://schemas.microsoft.com/office/drawing/2014/main" id="{2AB6E7D9-DC35-2065-5D97-28079B482E5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627C024-3F45-1351-06C2-71CA7AF0D30E}"/>
              </a:ext>
            </a:extLst>
          </p:cNvPr>
          <p:cNvSpPr>
            <a:spLocks noGrp="1"/>
          </p:cNvSpPr>
          <p:nvPr>
            <p:ph type="sldNum" sz="quarter" idx="12"/>
          </p:nvPr>
        </p:nvSpPr>
        <p:spPr/>
        <p:txBody>
          <a:bodyPr/>
          <a:lstStyle/>
          <a:p>
            <a:fld id="{278A5F2B-4EDB-4D3F-AED8-630617250E45}" type="slidenum">
              <a:rPr lang="en-GB" smtClean="0"/>
              <a:t>‹#›</a:t>
            </a:fld>
            <a:endParaRPr lang="en-GB"/>
          </a:p>
        </p:txBody>
      </p:sp>
    </p:spTree>
    <p:extLst>
      <p:ext uri="{BB962C8B-B14F-4D97-AF65-F5344CB8AC3E}">
        <p14:creationId xmlns:p14="http://schemas.microsoft.com/office/powerpoint/2010/main" val="25962576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72D18-7EA9-F12B-42CA-E4D65D500A3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E310F9F3-F2AC-7748-AB18-5F8604DA76C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B2B9EABA-F4C5-E3BC-E166-49CC6BD2DA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52C0900-4C23-8489-F073-076DCB9C0D80}"/>
              </a:ext>
            </a:extLst>
          </p:cNvPr>
          <p:cNvSpPr>
            <a:spLocks noGrp="1"/>
          </p:cNvSpPr>
          <p:nvPr>
            <p:ph type="dt" sz="half" idx="10"/>
          </p:nvPr>
        </p:nvSpPr>
        <p:spPr/>
        <p:txBody>
          <a:bodyPr/>
          <a:lstStyle/>
          <a:p>
            <a:fld id="{77340F91-6B22-40FD-8C1A-2F41E17A9436}" type="datetimeFigureOut">
              <a:rPr lang="en-GB" smtClean="0"/>
              <a:t>21/01/2025</a:t>
            </a:fld>
            <a:endParaRPr lang="en-GB"/>
          </a:p>
        </p:txBody>
      </p:sp>
      <p:sp>
        <p:nvSpPr>
          <p:cNvPr id="6" name="Footer Placeholder 5">
            <a:extLst>
              <a:ext uri="{FF2B5EF4-FFF2-40B4-BE49-F238E27FC236}">
                <a16:creationId xmlns:a16="http://schemas.microsoft.com/office/drawing/2014/main" id="{C0BFE020-A30B-D8E2-A143-D8C8883A56F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C95266F-AE5C-87B2-06DF-EF38E12B44A5}"/>
              </a:ext>
            </a:extLst>
          </p:cNvPr>
          <p:cNvSpPr>
            <a:spLocks noGrp="1"/>
          </p:cNvSpPr>
          <p:nvPr>
            <p:ph type="sldNum" sz="quarter" idx="12"/>
          </p:nvPr>
        </p:nvSpPr>
        <p:spPr/>
        <p:txBody>
          <a:bodyPr/>
          <a:lstStyle/>
          <a:p>
            <a:fld id="{278A5F2B-4EDB-4D3F-AED8-630617250E45}" type="slidenum">
              <a:rPr lang="en-GB" smtClean="0"/>
              <a:t>‹#›</a:t>
            </a:fld>
            <a:endParaRPr lang="en-GB"/>
          </a:p>
        </p:txBody>
      </p:sp>
    </p:spTree>
    <p:extLst>
      <p:ext uri="{BB962C8B-B14F-4D97-AF65-F5344CB8AC3E}">
        <p14:creationId xmlns:p14="http://schemas.microsoft.com/office/powerpoint/2010/main" val="12344851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B64AA7-D534-9CAA-75D5-BE53201F6508}"/>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618632B9-DBBC-11D6-BD67-6DCBC1CB213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A89ADAC-AC17-4BFD-A41C-2CB8D49E386E}"/>
              </a:ext>
            </a:extLst>
          </p:cNvPr>
          <p:cNvSpPr>
            <a:spLocks noGrp="1"/>
          </p:cNvSpPr>
          <p:nvPr>
            <p:ph type="dt" sz="half" idx="10"/>
          </p:nvPr>
        </p:nvSpPr>
        <p:spPr/>
        <p:txBody>
          <a:bodyPr/>
          <a:lstStyle/>
          <a:p>
            <a:fld id="{77340F91-6B22-40FD-8C1A-2F41E17A9436}" type="datetimeFigureOut">
              <a:rPr lang="en-GB" smtClean="0"/>
              <a:t>21/01/2025</a:t>
            </a:fld>
            <a:endParaRPr lang="en-GB"/>
          </a:p>
        </p:txBody>
      </p:sp>
      <p:sp>
        <p:nvSpPr>
          <p:cNvPr id="5" name="Footer Placeholder 4">
            <a:extLst>
              <a:ext uri="{FF2B5EF4-FFF2-40B4-BE49-F238E27FC236}">
                <a16:creationId xmlns:a16="http://schemas.microsoft.com/office/drawing/2014/main" id="{987BAFE9-C9F4-FCB3-E8DE-C246917F42E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36C0412-EF73-7B00-25BB-123BC3A51D61}"/>
              </a:ext>
            </a:extLst>
          </p:cNvPr>
          <p:cNvSpPr>
            <a:spLocks noGrp="1"/>
          </p:cNvSpPr>
          <p:nvPr>
            <p:ph type="sldNum" sz="quarter" idx="12"/>
          </p:nvPr>
        </p:nvSpPr>
        <p:spPr/>
        <p:txBody>
          <a:bodyPr/>
          <a:lstStyle/>
          <a:p>
            <a:fld id="{278A5F2B-4EDB-4D3F-AED8-630617250E45}" type="slidenum">
              <a:rPr lang="en-GB" smtClean="0"/>
              <a:t>‹#›</a:t>
            </a:fld>
            <a:endParaRPr lang="en-GB"/>
          </a:p>
        </p:txBody>
      </p:sp>
    </p:spTree>
    <p:extLst>
      <p:ext uri="{BB962C8B-B14F-4D97-AF65-F5344CB8AC3E}">
        <p14:creationId xmlns:p14="http://schemas.microsoft.com/office/powerpoint/2010/main" val="25354949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78828D3-333E-231A-634D-EA09609C7E5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853ED619-57E4-0CE4-C327-186A83EEDFB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47F23BF-70A6-E12D-A742-3B8A76792735}"/>
              </a:ext>
            </a:extLst>
          </p:cNvPr>
          <p:cNvSpPr>
            <a:spLocks noGrp="1"/>
          </p:cNvSpPr>
          <p:nvPr>
            <p:ph type="dt" sz="half" idx="10"/>
          </p:nvPr>
        </p:nvSpPr>
        <p:spPr/>
        <p:txBody>
          <a:bodyPr/>
          <a:lstStyle/>
          <a:p>
            <a:fld id="{77340F91-6B22-40FD-8C1A-2F41E17A9436}" type="datetimeFigureOut">
              <a:rPr lang="en-GB" smtClean="0"/>
              <a:t>21/01/2025</a:t>
            </a:fld>
            <a:endParaRPr lang="en-GB"/>
          </a:p>
        </p:txBody>
      </p:sp>
      <p:sp>
        <p:nvSpPr>
          <p:cNvPr id="5" name="Footer Placeholder 4">
            <a:extLst>
              <a:ext uri="{FF2B5EF4-FFF2-40B4-BE49-F238E27FC236}">
                <a16:creationId xmlns:a16="http://schemas.microsoft.com/office/drawing/2014/main" id="{F77CE890-6624-AC55-3351-0C45CFD6BE2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B897DFA-E9C8-20B4-B634-26D314E9F558}"/>
              </a:ext>
            </a:extLst>
          </p:cNvPr>
          <p:cNvSpPr>
            <a:spLocks noGrp="1"/>
          </p:cNvSpPr>
          <p:nvPr>
            <p:ph type="sldNum" sz="quarter" idx="12"/>
          </p:nvPr>
        </p:nvSpPr>
        <p:spPr/>
        <p:txBody>
          <a:bodyPr/>
          <a:lstStyle/>
          <a:p>
            <a:fld id="{278A5F2B-4EDB-4D3F-AED8-630617250E45}" type="slidenum">
              <a:rPr lang="en-GB" smtClean="0"/>
              <a:t>‹#›</a:t>
            </a:fld>
            <a:endParaRPr lang="en-GB"/>
          </a:p>
        </p:txBody>
      </p:sp>
    </p:spTree>
    <p:extLst>
      <p:ext uri="{BB962C8B-B14F-4D97-AF65-F5344CB8AC3E}">
        <p14:creationId xmlns:p14="http://schemas.microsoft.com/office/powerpoint/2010/main" val="15878273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2BD2BE-67AC-AB77-5CE0-6EDE7469A0C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86D2E8B-6158-B617-DBA3-E4F831A192E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876BD97-4DD4-CF2B-C78D-9E92811C8E8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7340F91-6B22-40FD-8C1A-2F41E17A9436}" type="datetimeFigureOut">
              <a:rPr lang="en-GB" smtClean="0"/>
              <a:t>21/01/2025</a:t>
            </a:fld>
            <a:endParaRPr lang="en-GB"/>
          </a:p>
        </p:txBody>
      </p:sp>
      <p:sp>
        <p:nvSpPr>
          <p:cNvPr id="5" name="Footer Placeholder 4">
            <a:extLst>
              <a:ext uri="{FF2B5EF4-FFF2-40B4-BE49-F238E27FC236}">
                <a16:creationId xmlns:a16="http://schemas.microsoft.com/office/drawing/2014/main" id="{7D53B45B-20E7-0BC8-1443-67957FC09C5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5D80F89C-DD69-2AA2-56BD-7642E52E13A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78A5F2B-4EDB-4D3F-AED8-630617250E45}" type="slidenum">
              <a:rPr lang="en-GB" smtClean="0"/>
              <a:t>‹#›</a:t>
            </a:fld>
            <a:endParaRPr lang="en-GB"/>
          </a:p>
        </p:txBody>
      </p:sp>
    </p:spTree>
    <p:extLst>
      <p:ext uri="{BB962C8B-B14F-4D97-AF65-F5344CB8AC3E}">
        <p14:creationId xmlns:p14="http://schemas.microsoft.com/office/powerpoint/2010/main" val="24969507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sqlite.org/docs.html" TargetMode="External"/><Relationship Id="rId2" Type="http://schemas.openxmlformats.org/officeDocument/2006/relationships/hyperlink" Target="https://docs.sqlalchemy.org/en/20/" TargetMode="External"/><Relationship Id="rId1" Type="http://schemas.openxmlformats.org/officeDocument/2006/relationships/slideLayout" Target="../slideLayouts/slideLayout2.xml"/><Relationship Id="rId4" Type="http://schemas.openxmlformats.org/officeDocument/2006/relationships/hyperlink" Target="https://pypi.org/project/bcrypt/" TargetMode="Externa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flask.palletsprojects.com/en/stable/"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1BC87-C95B-717A-088D-4EA7C6412D4B}"/>
              </a:ext>
            </a:extLst>
          </p:cNvPr>
          <p:cNvSpPr>
            <a:spLocks noGrp="1"/>
          </p:cNvSpPr>
          <p:nvPr>
            <p:ph type="ctrTitle"/>
          </p:nvPr>
        </p:nvSpPr>
        <p:spPr/>
        <p:txBody>
          <a:bodyPr/>
          <a:lstStyle/>
          <a:p>
            <a:r>
              <a:rPr lang="en-GB"/>
              <a:t>User Registration </a:t>
            </a:r>
          </a:p>
        </p:txBody>
      </p:sp>
      <p:sp>
        <p:nvSpPr>
          <p:cNvPr id="3" name="Subtitle 2">
            <a:extLst>
              <a:ext uri="{FF2B5EF4-FFF2-40B4-BE49-F238E27FC236}">
                <a16:creationId xmlns:a16="http://schemas.microsoft.com/office/drawing/2014/main" id="{20DB553F-2374-88BD-56BC-FD018A4FADDC}"/>
              </a:ext>
            </a:extLst>
          </p:cNvPr>
          <p:cNvSpPr>
            <a:spLocks noGrp="1"/>
          </p:cNvSpPr>
          <p:nvPr>
            <p:ph type="subTitle" idx="1"/>
          </p:nvPr>
        </p:nvSpPr>
        <p:spPr/>
        <p:txBody>
          <a:bodyPr vert="horz" lIns="91440" tIns="45720" rIns="91440" bIns="45720" rtlCol="0" anchor="t">
            <a:normAutofit/>
          </a:bodyPr>
          <a:lstStyle/>
          <a:p>
            <a:r>
              <a:rPr lang="en-GB"/>
              <a:t>Lesson 3 (final lesson )</a:t>
            </a:r>
          </a:p>
          <a:p>
            <a:endParaRPr lang="en-GB"/>
          </a:p>
          <a:p>
            <a:endParaRPr lang="en-GB"/>
          </a:p>
        </p:txBody>
      </p:sp>
    </p:spTree>
    <p:extLst>
      <p:ext uri="{BB962C8B-B14F-4D97-AF65-F5344CB8AC3E}">
        <p14:creationId xmlns:p14="http://schemas.microsoft.com/office/powerpoint/2010/main" val="7269357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8E79F-3A4B-FF0B-284A-83EE3D1863F5}"/>
              </a:ext>
            </a:extLst>
          </p:cNvPr>
          <p:cNvSpPr>
            <a:spLocks noGrp="1"/>
          </p:cNvSpPr>
          <p:nvPr>
            <p:ph type="title"/>
          </p:nvPr>
        </p:nvSpPr>
        <p:spPr/>
        <p:txBody>
          <a:bodyPr/>
          <a:lstStyle/>
          <a:p>
            <a:r>
              <a:rPr lang="en-GB"/>
              <a:t>Today's session </a:t>
            </a:r>
          </a:p>
        </p:txBody>
      </p:sp>
      <p:sp>
        <p:nvSpPr>
          <p:cNvPr id="3" name="Content Placeholder 2">
            <a:extLst>
              <a:ext uri="{FF2B5EF4-FFF2-40B4-BE49-F238E27FC236}">
                <a16:creationId xmlns:a16="http://schemas.microsoft.com/office/drawing/2014/main" id="{FCA552D3-0806-C216-74B3-22755C89E892}"/>
              </a:ext>
            </a:extLst>
          </p:cNvPr>
          <p:cNvSpPr>
            <a:spLocks noGrp="1"/>
          </p:cNvSpPr>
          <p:nvPr>
            <p:ph idx="1"/>
          </p:nvPr>
        </p:nvSpPr>
        <p:spPr/>
        <p:txBody>
          <a:bodyPr vert="horz" lIns="91440" tIns="45720" rIns="91440" bIns="45720" rtlCol="0" anchor="t">
            <a:normAutofit/>
          </a:bodyPr>
          <a:lstStyle/>
          <a:p>
            <a:pPr marL="0" indent="0">
              <a:buNone/>
            </a:pPr>
            <a:r>
              <a:rPr lang="en-GB" dirty="0"/>
              <a:t>ORM model </a:t>
            </a:r>
            <a:r>
              <a:rPr lang="en-GB" dirty="0">
                <a:ea typeface="+mn-lt"/>
                <a:cs typeface="+mn-lt"/>
              </a:rPr>
              <a:t> </a:t>
            </a:r>
            <a:r>
              <a:rPr lang="en-GB" b="1" dirty="0">
                <a:ea typeface="+mn-lt"/>
                <a:cs typeface="+mn-lt"/>
              </a:rPr>
              <a:t>Object-Relational Mapping (</a:t>
            </a:r>
            <a:r>
              <a:rPr lang="en-GB" b="1" dirty="0" err="1">
                <a:ea typeface="+mn-lt"/>
                <a:cs typeface="+mn-lt"/>
              </a:rPr>
              <a:t>SQLAlchemey</a:t>
            </a:r>
            <a:r>
              <a:rPr lang="en-GB" b="1" dirty="0">
                <a:ea typeface="+mn-lt"/>
                <a:cs typeface="+mn-lt"/>
              </a:rPr>
              <a:t>) </a:t>
            </a:r>
            <a:endParaRPr lang="en-GB" dirty="0">
              <a:ea typeface="+mn-lt"/>
              <a:cs typeface="+mn-lt"/>
            </a:endParaRPr>
          </a:p>
          <a:p>
            <a:pPr marL="0" indent="0">
              <a:buNone/>
            </a:pPr>
            <a:endParaRPr lang="en-GB" b="1" dirty="0">
              <a:ea typeface="+mn-lt"/>
              <a:cs typeface="+mn-lt"/>
            </a:endParaRPr>
          </a:p>
          <a:p>
            <a:r>
              <a:rPr lang="en-GB" b="1" dirty="0">
                <a:ea typeface="+mn-lt"/>
                <a:cs typeface="+mn-lt"/>
              </a:rPr>
              <a:t>ORM</a:t>
            </a:r>
            <a:r>
              <a:rPr lang="en-GB" dirty="0">
                <a:ea typeface="+mn-lt"/>
                <a:cs typeface="+mn-lt"/>
              </a:rPr>
              <a:t> stands for </a:t>
            </a:r>
            <a:r>
              <a:rPr lang="en-GB" b="1" dirty="0">
                <a:ea typeface="+mn-lt"/>
                <a:cs typeface="+mn-lt"/>
              </a:rPr>
              <a:t>Object-Relational Mapping</a:t>
            </a:r>
            <a:r>
              <a:rPr lang="en-GB" dirty="0">
                <a:ea typeface="+mn-lt"/>
                <a:cs typeface="+mn-lt"/>
              </a:rPr>
              <a:t>, and it refers to a programming technique used to facilitate interactions between object-oriented programming languages and relational databases.</a:t>
            </a:r>
          </a:p>
          <a:p>
            <a:endParaRPr lang="en-GB"/>
          </a:p>
          <a:p>
            <a:r>
              <a:rPr lang="en-GB" dirty="0"/>
              <a:t>Instead of write SQL queries in conventional styles, it creates objects in python for storing data. </a:t>
            </a:r>
          </a:p>
          <a:p>
            <a:pPr marL="0" indent="0">
              <a:buNone/>
            </a:pPr>
            <a:endParaRPr lang="en-GB"/>
          </a:p>
        </p:txBody>
      </p:sp>
    </p:spTree>
    <p:extLst>
      <p:ext uri="{BB962C8B-B14F-4D97-AF65-F5344CB8AC3E}">
        <p14:creationId xmlns:p14="http://schemas.microsoft.com/office/powerpoint/2010/main" val="2311199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066E49-9F18-08B7-730D-037553725396}"/>
              </a:ext>
            </a:extLst>
          </p:cNvPr>
          <p:cNvSpPr>
            <a:spLocks noGrp="1"/>
          </p:cNvSpPr>
          <p:nvPr>
            <p:ph type="title"/>
          </p:nvPr>
        </p:nvSpPr>
        <p:spPr/>
        <p:txBody>
          <a:bodyPr/>
          <a:lstStyle/>
          <a:p>
            <a:r>
              <a:rPr lang="en-GB" dirty="0"/>
              <a:t>We need to link database with login/register app we did last week </a:t>
            </a:r>
          </a:p>
        </p:txBody>
      </p:sp>
      <p:sp>
        <p:nvSpPr>
          <p:cNvPr id="3" name="Content Placeholder 2">
            <a:extLst>
              <a:ext uri="{FF2B5EF4-FFF2-40B4-BE49-F238E27FC236}">
                <a16:creationId xmlns:a16="http://schemas.microsoft.com/office/drawing/2014/main" id="{21A2A728-EBFA-5890-F686-A5C353FA88AA}"/>
              </a:ext>
            </a:extLst>
          </p:cNvPr>
          <p:cNvSpPr>
            <a:spLocks noGrp="1"/>
          </p:cNvSpPr>
          <p:nvPr>
            <p:ph idx="1"/>
          </p:nvPr>
        </p:nvSpPr>
        <p:spPr/>
        <p:txBody>
          <a:bodyPr vert="horz" lIns="91440" tIns="45720" rIns="91440" bIns="45720" rtlCol="0" anchor="t">
            <a:normAutofit/>
          </a:bodyPr>
          <a:lstStyle/>
          <a:p>
            <a:pPr marL="0" indent="0">
              <a:buNone/>
            </a:pPr>
            <a:r>
              <a:rPr lang="en-GB" dirty="0"/>
              <a:t>So, users can register, and we can see the  record </a:t>
            </a:r>
            <a:endParaRPr lang="en-US" dirty="0"/>
          </a:p>
          <a:p>
            <a:endParaRPr lang="en-GB"/>
          </a:p>
          <a:p>
            <a:pPr marL="0" indent="0">
              <a:buNone/>
            </a:pPr>
            <a:r>
              <a:rPr lang="en-GB" dirty="0"/>
              <a:t>We need </a:t>
            </a:r>
            <a:r>
              <a:rPr lang="en-GB" dirty="0" err="1"/>
              <a:t>SQLAlchemy</a:t>
            </a:r>
            <a:r>
              <a:rPr lang="en-GB" dirty="0"/>
              <a:t> </a:t>
            </a:r>
          </a:p>
          <a:p>
            <a:endParaRPr lang="en-GB"/>
          </a:p>
          <a:p>
            <a:r>
              <a:rPr lang="en-GB" dirty="0"/>
              <a:t>Install it by using following command </a:t>
            </a:r>
          </a:p>
          <a:p>
            <a:endParaRPr lang="en-GB"/>
          </a:p>
          <a:p>
            <a:pPr marL="0" indent="0">
              <a:buNone/>
            </a:pPr>
            <a:r>
              <a:rPr lang="en-GB" dirty="0"/>
              <a:t>​pip install -U Flask-</a:t>
            </a:r>
            <a:r>
              <a:rPr lang="en-GB" dirty="0" err="1"/>
              <a:t>SQLAlchemy</a:t>
            </a:r>
            <a:endParaRPr lang="en-GB" dirty="0"/>
          </a:p>
          <a:p>
            <a:endParaRPr lang="en-GB"/>
          </a:p>
          <a:p>
            <a:endParaRPr lang="en-GB"/>
          </a:p>
        </p:txBody>
      </p:sp>
    </p:spTree>
    <p:extLst>
      <p:ext uri="{BB962C8B-B14F-4D97-AF65-F5344CB8AC3E}">
        <p14:creationId xmlns:p14="http://schemas.microsoft.com/office/powerpoint/2010/main" val="26129987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F30A9-D825-E084-4E82-5DC55E6A9B82}"/>
              </a:ext>
            </a:extLst>
          </p:cNvPr>
          <p:cNvSpPr>
            <a:spLocks noGrp="1"/>
          </p:cNvSpPr>
          <p:nvPr>
            <p:ph type="title"/>
          </p:nvPr>
        </p:nvSpPr>
        <p:spPr/>
        <p:txBody>
          <a:bodyPr/>
          <a:lstStyle/>
          <a:p>
            <a:r>
              <a:rPr lang="en-GB" dirty="0"/>
              <a:t>Install </a:t>
            </a:r>
            <a:r>
              <a:rPr lang="en-GB" dirty="0" err="1"/>
              <a:t>bcrypt</a:t>
            </a:r>
            <a:r>
              <a:rPr lang="en-GB" dirty="0"/>
              <a:t> ( this encrypt all passwords for security)</a:t>
            </a:r>
          </a:p>
        </p:txBody>
      </p:sp>
      <p:sp>
        <p:nvSpPr>
          <p:cNvPr id="3" name="Content Placeholder 2">
            <a:extLst>
              <a:ext uri="{FF2B5EF4-FFF2-40B4-BE49-F238E27FC236}">
                <a16:creationId xmlns:a16="http://schemas.microsoft.com/office/drawing/2014/main" id="{D580EF2D-F9B5-9B70-1B02-BF1390929EB5}"/>
              </a:ext>
            </a:extLst>
          </p:cNvPr>
          <p:cNvSpPr>
            <a:spLocks noGrp="1"/>
          </p:cNvSpPr>
          <p:nvPr>
            <p:ph idx="1"/>
          </p:nvPr>
        </p:nvSpPr>
        <p:spPr/>
        <p:txBody>
          <a:bodyPr vert="horz" lIns="91440" tIns="45720" rIns="91440" bIns="45720" rtlCol="0" anchor="t">
            <a:normAutofit/>
          </a:bodyPr>
          <a:lstStyle/>
          <a:p>
            <a:pPr marL="0" indent="0">
              <a:buNone/>
            </a:pPr>
            <a:endParaRPr lang="en-GB" sz="2000" b="1" dirty="0"/>
          </a:p>
          <a:p>
            <a:r>
              <a:rPr lang="en-US" dirty="0"/>
              <a:t>pip install </a:t>
            </a:r>
            <a:r>
              <a:rPr lang="en-US" err="1"/>
              <a:t>bcrypt</a:t>
            </a:r>
            <a:r>
              <a:rPr lang="en-US" dirty="0"/>
              <a:t> </a:t>
            </a:r>
            <a:endParaRPr lang="en-US"/>
          </a:p>
          <a:p>
            <a:endParaRPr lang="en-US"/>
          </a:p>
          <a:p>
            <a:endParaRPr lang="en-US"/>
          </a:p>
        </p:txBody>
      </p:sp>
    </p:spTree>
    <p:extLst>
      <p:ext uri="{BB962C8B-B14F-4D97-AF65-F5344CB8AC3E}">
        <p14:creationId xmlns:p14="http://schemas.microsoft.com/office/powerpoint/2010/main" val="11418190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68090-7F4C-BC7E-0753-1F8B56970FF4}"/>
              </a:ext>
            </a:extLst>
          </p:cNvPr>
          <p:cNvSpPr>
            <a:spLocks noGrp="1"/>
          </p:cNvSpPr>
          <p:nvPr>
            <p:ph type="title"/>
          </p:nvPr>
        </p:nvSpPr>
        <p:spPr/>
        <p:txBody>
          <a:bodyPr/>
          <a:lstStyle/>
          <a:p>
            <a:r>
              <a:rPr lang="en-US" dirty="0"/>
              <a:t>When you work with a SoftAware you go through all documentation </a:t>
            </a:r>
          </a:p>
        </p:txBody>
      </p:sp>
      <p:sp>
        <p:nvSpPr>
          <p:cNvPr id="3" name="Content Placeholder 2">
            <a:extLst>
              <a:ext uri="{FF2B5EF4-FFF2-40B4-BE49-F238E27FC236}">
                <a16:creationId xmlns:a16="http://schemas.microsoft.com/office/drawing/2014/main" id="{1E247929-C511-5846-B334-8F9C443C4A84}"/>
              </a:ext>
            </a:extLst>
          </p:cNvPr>
          <p:cNvSpPr>
            <a:spLocks noGrp="1"/>
          </p:cNvSpPr>
          <p:nvPr>
            <p:ph idx="1"/>
          </p:nvPr>
        </p:nvSpPr>
        <p:spPr/>
        <p:txBody>
          <a:bodyPr vert="horz" lIns="91440" tIns="45720" rIns="91440" bIns="45720" rtlCol="0" anchor="t">
            <a:normAutofit/>
          </a:bodyPr>
          <a:lstStyle/>
          <a:p>
            <a:endParaRPr lang="en-GB" sz="2600" dirty="0"/>
          </a:p>
          <a:p>
            <a:endParaRPr lang="en-GB" sz="2600" dirty="0"/>
          </a:p>
          <a:p>
            <a:pPr marL="0" indent="0">
              <a:buNone/>
            </a:pPr>
            <a:r>
              <a:rPr lang="en-GB" sz="2600" b="1" dirty="0" err="1"/>
              <a:t>SQLAlchmey</a:t>
            </a:r>
            <a:r>
              <a:rPr lang="en-GB" sz="2600" b="1" dirty="0"/>
              <a:t>  ( database language)</a:t>
            </a:r>
            <a:endParaRPr lang="en-US" sz="2600" dirty="0"/>
          </a:p>
          <a:p>
            <a:r>
              <a:rPr lang="en-US" sz="3100" dirty="0">
                <a:hlinkClick r:id="rId2"/>
              </a:rPr>
              <a:t>https://docs.sqlalchemy.org/en/20/</a:t>
            </a:r>
            <a:endParaRPr lang="en-GB" sz="3100"/>
          </a:p>
          <a:p>
            <a:pPr marL="0" indent="0">
              <a:buNone/>
            </a:pPr>
            <a:r>
              <a:rPr lang="en-GB" sz="2600" b="1" dirty="0"/>
              <a:t>SQLite  ( database design)</a:t>
            </a:r>
            <a:endParaRPr lang="en-US" sz="2600" dirty="0"/>
          </a:p>
          <a:p>
            <a:r>
              <a:rPr lang="en-GB" sz="2600" dirty="0">
                <a:hlinkClick r:id="rId3"/>
              </a:rPr>
              <a:t>https://www.sqlite.org/docs.html</a:t>
            </a:r>
            <a:endParaRPr lang="en-US" sz="2600">
              <a:latin typeface="Calibri"/>
              <a:ea typeface="Calibri"/>
              <a:cs typeface="Calibri"/>
            </a:endParaRPr>
          </a:p>
          <a:p>
            <a:pPr marL="0" indent="0">
              <a:buNone/>
            </a:pPr>
            <a:r>
              <a:rPr lang="en-GB" sz="2400" b="1" dirty="0" err="1"/>
              <a:t>Bcrypt</a:t>
            </a:r>
            <a:r>
              <a:rPr lang="en-GB" sz="2400" b="1" dirty="0"/>
              <a:t> ( python function used for hashing password)</a:t>
            </a:r>
            <a:endParaRPr lang="en-GB" sz="2400" dirty="0" err="1"/>
          </a:p>
          <a:p>
            <a:pPr>
              <a:buFont typeface="Arial"/>
              <a:buChar char="•"/>
            </a:pPr>
            <a:r>
              <a:rPr lang="en-GB" sz="2000" dirty="0">
                <a:hlinkClick r:id="rId4"/>
              </a:rPr>
              <a:t>https://pypi.org/project/bcrypt/</a:t>
            </a:r>
            <a:endParaRPr lang="en-GB"/>
          </a:p>
          <a:p>
            <a:pPr marL="0" indent="0">
              <a:buNone/>
            </a:pPr>
            <a:endParaRPr lang="en-GB" sz="2600" dirty="0"/>
          </a:p>
          <a:p>
            <a:endParaRPr lang="en-US" dirty="0"/>
          </a:p>
        </p:txBody>
      </p:sp>
    </p:spTree>
    <p:extLst>
      <p:ext uri="{BB962C8B-B14F-4D97-AF65-F5344CB8AC3E}">
        <p14:creationId xmlns:p14="http://schemas.microsoft.com/office/powerpoint/2010/main" val="8383667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8A3E3-FA39-81E4-949C-C856FC76B8ED}"/>
              </a:ext>
            </a:extLst>
          </p:cNvPr>
          <p:cNvSpPr>
            <a:spLocks noGrp="1"/>
          </p:cNvSpPr>
          <p:nvPr>
            <p:ph type="title"/>
          </p:nvPr>
        </p:nvSpPr>
        <p:spPr/>
        <p:txBody>
          <a:bodyPr/>
          <a:lstStyle/>
          <a:p>
            <a:r>
              <a:rPr lang="en-GB" dirty="0"/>
              <a:t>Now import </a:t>
            </a:r>
            <a:r>
              <a:rPr lang="en-GB" dirty="0" err="1"/>
              <a:t>SQLalchmey</a:t>
            </a:r>
            <a:r>
              <a:rPr lang="en-GB" dirty="0"/>
              <a:t> </a:t>
            </a:r>
          </a:p>
        </p:txBody>
      </p:sp>
      <p:pic>
        <p:nvPicPr>
          <p:cNvPr id="7" name="Content Placeholder 6" descr="A black background with white text&#10;&#10;AI-generated content may be incorrect.">
            <a:extLst>
              <a:ext uri="{FF2B5EF4-FFF2-40B4-BE49-F238E27FC236}">
                <a16:creationId xmlns:a16="http://schemas.microsoft.com/office/drawing/2014/main" id="{15B16791-F4FE-3850-64B0-BAE28D43E57A}"/>
              </a:ext>
            </a:extLst>
          </p:cNvPr>
          <p:cNvPicPr>
            <a:picLocks noGrp="1" noChangeAspect="1"/>
          </p:cNvPicPr>
          <p:nvPr>
            <p:ph idx="1"/>
          </p:nvPr>
        </p:nvPicPr>
        <p:blipFill>
          <a:blip r:embed="rId2"/>
          <a:stretch>
            <a:fillRect/>
          </a:stretch>
        </p:blipFill>
        <p:spPr>
          <a:xfrm>
            <a:off x="519113" y="2626152"/>
            <a:ext cx="10098697" cy="1109051"/>
          </a:xfrm>
        </p:spPr>
      </p:pic>
    </p:spTree>
    <p:extLst>
      <p:ext uri="{BB962C8B-B14F-4D97-AF65-F5344CB8AC3E}">
        <p14:creationId xmlns:p14="http://schemas.microsoft.com/office/powerpoint/2010/main" val="21868897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F60F6-381A-3784-2EA4-B1EB061A2D46}"/>
              </a:ext>
            </a:extLst>
          </p:cNvPr>
          <p:cNvSpPr>
            <a:spLocks noGrp="1"/>
          </p:cNvSpPr>
          <p:nvPr>
            <p:ph type="title"/>
          </p:nvPr>
        </p:nvSpPr>
        <p:spPr/>
        <p:txBody>
          <a:bodyPr/>
          <a:lstStyle/>
          <a:p>
            <a:r>
              <a:rPr lang="en-GB" dirty="0"/>
              <a:t>Configuration of data base in app </a:t>
            </a:r>
          </a:p>
        </p:txBody>
      </p:sp>
      <p:sp>
        <p:nvSpPr>
          <p:cNvPr id="3" name="Content Placeholder 2">
            <a:extLst>
              <a:ext uri="{FF2B5EF4-FFF2-40B4-BE49-F238E27FC236}">
                <a16:creationId xmlns:a16="http://schemas.microsoft.com/office/drawing/2014/main" id="{76919602-2011-32D7-630B-B42D7EF1A25F}"/>
              </a:ext>
            </a:extLst>
          </p:cNvPr>
          <p:cNvSpPr>
            <a:spLocks noGrp="1"/>
          </p:cNvSpPr>
          <p:nvPr>
            <p:ph idx="1"/>
          </p:nvPr>
        </p:nvSpPr>
        <p:spPr/>
        <p:txBody>
          <a:bodyPr vert="horz" lIns="91440" tIns="45720" rIns="91440" bIns="45720" rtlCol="0" anchor="t">
            <a:normAutofit/>
          </a:bodyPr>
          <a:lstStyle/>
          <a:p>
            <a:r>
              <a:rPr lang="en-GB" dirty="0"/>
              <a:t>This will create DB folder in project directory as well: </a:t>
            </a:r>
          </a:p>
          <a:p>
            <a:pPr marL="0" indent="0">
              <a:buNone/>
            </a:pPr>
            <a:endParaRPr lang="en-GB"/>
          </a:p>
          <a:p>
            <a:pPr marL="0" indent="0">
              <a:buNone/>
            </a:pPr>
            <a:endParaRPr lang="en-GB"/>
          </a:p>
        </p:txBody>
      </p:sp>
      <p:pic>
        <p:nvPicPr>
          <p:cNvPr id="11" name="Picture 10">
            <a:extLst>
              <a:ext uri="{FF2B5EF4-FFF2-40B4-BE49-F238E27FC236}">
                <a16:creationId xmlns:a16="http://schemas.microsoft.com/office/drawing/2014/main" id="{17D3E16F-9807-2788-F5B4-B02E1FB7DE80}"/>
              </a:ext>
            </a:extLst>
          </p:cNvPr>
          <p:cNvPicPr>
            <a:picLocks noChangeAspect="1"/>
          </p:cNvPicPr>
          <p:nvPr/>
        </p:nvPicPr>
        <p:blipFill>
          <a:blip r:embed="rId2"/>
          <a:stretch>
            <a:fillRect/>
          </a:stretch>
        </p:blipFill>
        <p:spPr>
          <a:xfrm>
            <a:off x="838200" y="3429000"/>
            <a:ext cx="8912664" cy="1325563"/>
          </a:xfrm>
          <a:prstGeom prst="rect">
            <a:avLst/>
          </a:prstGeom>
        </p:spPr>
      </p:pic>
    </p:spTree>
    <p:extLst>
      <p:ext uri="{BB962C8B-B14F-4D97-AF65-F5344CB8AC3E}">
        <p14:creationId xmlns:p14="http://schemas.microsoft.com/office/powerpoint/2010/main" val="9042197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44573-0541-7C15-4956-EE38704BA0CF}"/>
              </a:ext>
            </a:extLst>
          </p:cNvPr>
          <p:cNvSpPr>
            <a:spLocks noGrp="1"/>
          </p:cNvSpPr>
          <p:nvPr>
            <p:ph type="title"/>
          </p:nvPr>
        </p:nvSpPr>
        <p:spPr/>
        <p:txBody>
          <a:bodyPr/>
          <a:lstStyle/>
          <a:p>
            <a:r>
              <a:rPr lang="en-GB"/>
              <a:t>Now we are going to make a class for </a:t>
            </a:r>
            <a:r>
              <a:rPr lang="en-GB" err="1"/>
              <a:t>db</a:t>
            </a:r>
            <a:r>
              <a:rPr lang="en-GB"/>
              <a:t>:</a:t>
            </a:r>
          </a:p>
        </p:txBody>
      </p:sp>
      <p:sp>
        <p:nvSpPr>
          <p:cNvPr id="3" name="Content Placeholder 2">
            <a:extLst>
              <a:ext uri="{FF2B5EF4-FFF2-40B4-BE49-F238E27FC236}">
                <a16:creationId xmlns:a16="http://schemas.microsoft.com/office/drawing/2014/main" id="{473E8B01-32D6-BA57-8830-140C13C87C46}"/>
              </a:ext>
            </a:extLst>
          </p:cNvPr>
          <p:cNvSpPr>
            <a:spLocks noGrp="1"/>
          </p:cNvSpPr>
          <p:nvPr>
            <p:ph idx="1"/>
          </p:nvPr>
        </p:nvSpPr>
        <p:spPr/>
        <p:txBody>
          <a:bodyPr/>
          <a:lstStyle/>
          <a:p>
            <a:r>
              <a:rPr lang="en-GB"/>
              <a:t>This actually is a table which has id, name, email and password </a:t>
            </a:r>
          </a:p>
          <a:p>
            <a:pPr marL="0" indent="0">
              <a:buNone/>
            </a:pPr>
            <a:endParaRPr lang="en-GB"/>
          </a:p>
        </p:txBody>
      </p:sp>
      <p:pic>
        <p:nvPicPr>
          <p:cNvPr id="5" name="Picture 4">
            <a:extLst>
              <a:ext uri="{FF2B5EF4-FFF2-40B4-BE49-F238E27FC236}">
                <a16:creationId xmlns:a16="http://schemas.microsoft.com/office/drawing/2014/main" id="{A7CD17CE-7F77-B949-5C22-75A41B5CCD6A}"/>
              </a:ext>
            </a:extLst>
          </p:cNvPr>
          <p:cNvPicPr>
            <a:picLocks noChangeAspect="1"/>
          </p:cNvPicPr>
          <p:nvPr/>
        </p:nvPicPr>
        <p:blipFill>
          <a:blip r:embed="rId2"/>
          <a:stretch>
            <a:fillRect/>
          </a:stretch>
        </p:blipFill>
        <p:spPr>
          <a:xfrm>
            <a:off x="1080553" y="3007736"/>
            <a:ext cx="8283046" cy="2184750"/>
          </a:xfrm>
          <a:prstGeom prst="rect">
            <a:avLst/>
          </a:prstGeom>
        </p:spPr>
      </p:pic>
    </p:spTree>
    <p:extLst>
      <p:ext uri="{BB962C8B-B14F-4D97-AF65-F5344CB8AC3E}">
        <p14:creationId xmlns:p14="http://schemas.microsoft.com/office/powerpoint/2010/main" val="8401775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F2778-0400-2316-AAAC-D2D0331BBFBF}"/>
              </a:ext>
            </a:extLst>
          </p:cNvPr>
          <p:cNvSpPr>
            <a:spLocks noGrp="1"/>
          </p:cNvSpPr>
          <p:nvPr>
            <p:ph type="title"/>
          </p:nvPr>
        </p:nvSpPr>
        <p:spPr/>
        <p:txBody>
          <a:bodyPr/>
          <a:lstStyle/>
          <a:p>
            <a:r>
              <a:rPr lang="en-GB"/>
              <a:t>Now we are going to make initializer (__</a:t>
            </a:r>
            <a:r>
              <a:rPr lang="en-GB" err="1"/>
              <a:t>init</a:t>
            </a:r>
            <a:r>
              <a:rPr lang="en-GB"/>
              <a:t>__) </a:t>
            </a:r>
          </a:p>
        </p:txBody>
      </p:sp>
      <p:pic>
        <p:nvPicPr>
          <p:cNvPr id="5" name="Content Placeholder 4">
            <a:extLst>
              <a:ext uri="{FF2B5EF4-FFF2-40B4-BE49-F238E27FC236}">
                <a16:creationId xmlns:a16="http://schemas.microsoft.com/office/drawing/2014/main" id="{CC36903F-99EF-7E72-439F-190A6B8F7505}"/>
              </a:ext>
            </a:extLst>
          </p:cNvPr>
          <p:cNvPicPr>
            <a:picLocks noGrp="1" noChangeAspect="1"/>
          </p:cNvPicPr>
          <p:nvPr>
            <p:ph idx="1"/>
          </p:nvPr>
        </p:nvPicPr>
        <p:blipFill>
          <a:blip r:embed="rId2"/>
          <a:stretch>
            <a:fillRect/>
          </a:stretch>
        </p:blipFill>
        <p:spPr>
          <a:xfrm>
            <a:off x="453040" y="2347952"/>
            <a:ext cx="11989208" cy="2986048"/>
          </a:xfrm>
        </p:spPr>
      </p:pic>
      <p:sp>
        <p:nvSpPr>
          <p:cNvPr id="6" name="TextBox 5">
            <a:extLst>
              <a:ext uri="{FF2B5EF4-FFF2-40B4-BE49-F238E27FC236}">
                <a16:creationId xmlns:a16="http://schemas.microsoft.com/office/drawing/2014/main" id="{3821BBBA-CD69-558F-E960-5E25FFAA6E56}"/>
              </a:ext>
            </a:extLst>
          </p:cNvPr>
          <p:cNvSpPr txBox="1"/>
          <p:nvPr/>
        </p:nvSpPr>
        <p:spPr>
          <a:xfrm>
            <a:off x="1948543" y="5889171"/>
            <a:ext cx="9568543" cy="646331"/>
          </a:xfrm>
          <a:prstGeom prst="rect">
            <a:avLst/>
          </a:prstGeom>
          <a:noFill/>
        </p:spPr>
        <p:txBody>
          <a:bodyPr wrap="square" lIns="91440" tIns="45720" rIns="91440" bIns="45720" rtlCol="0" anchor="t">
            <a:spAutoFit/>
          </a:bodyPr>
          <a:lstStyle/>
          <a:p>
            <a:r>
              <a:rPr lang="en-GB"/>
              <a:t>Email and name are normal however password should be encrypted, for this we need dependency </a:t>
            </a:r>
            <a:r>
              <a:rPr lang="en-GB" err="1"/>
              <a:t>bcrypt</a:t>
            </a:r>
            <a:endParaRPr lang="en-GB"/>
          </a:p>
        </p:txBody>
      </p:sp>
    </p:spTree>
    <p:extLst>
      <p:ext uri="{BB962C8B-B14F-4D97-AF65-F5344CB8AC3E}">
        <p14:creationId xmlns:p14="http://schemas.microsoft.com/office/powerpoint/2010/main" val="26265102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18F98A-C85D-4950-1C2A-BDF090EFC518}"/>
              </a:ext>
            </a:extLst>
          </p:cNvPr>
          <p:cNvSpPr>
            <a:spLocks noGrp="1"/>
          </p:cNvSpPr>
          <p:nvPr>
            <p:ph type="title"/>
          </p:nvPr>
        </p:nvSpPr>
        <p:spPr/>
        <p:txBody>
          <a:bodyPr/>
          <a:lstStyle/>
          <a:p>
            <a:r>
              <a:rPr lang="en-US"/>
              <a:t>Code explained </a:t>
            </a:r>
          </a:p>
        </p:txBody>
      </p:sp>
      <p:sp>
        <p:nvSpPr>
          <p:cNvPr id="3" name="Content Placeholder 2">
            <a:extLst>
              <a:ext uri="{FF2B5EF4-FFF2-40B4-BE49-F238E27FC236}">
                <a16:creationId xmlns:a16="http://schemas.microsoft.com/office/drawing/2014/main" id="{6E766484-6546-B97E-E3B7-FDC375FF05A0}"/>
              </a:ext>
            </a:extLst>
          </p:cNvPr>
          <p:cNvSpPr>
            <a:spLocks noGrp="1"/>
          </p:cNvSpPr>
          <p:nvPr>
            <p:ph idx="1"/>
          </p:nvPr>
        </p:nvSpPr>
        <p:spPr/>
        <p:txBody>
          <a:bodyPr vert="horz" lIns="91440" tIns="45720" rIns="91440" bIns="45720" rtlCol="0" anchor="t">
            <a:normAutofit fontScale="92500" lnSpcReduction="10000"/>
          </a:bodyPr>
          <a:lstStyle/>
          <a:p>
            <a:r>
              <a:rPr lang="en-US" dirty="0">
                <a:ea typeface="+mn-lt"/>
                <a:cs typeface="+mn-lt"/>
              </a:rPr>
              <a:t>This code defines a class with an </a:t>
            </a:r>
            <a:r>
              <a:rPr lang="en-US" dirty="0">
                <a:latin typeface="Consolas"/>
              </a:rPr>
              <a:t>__</a:t>
            </a:r>
            <a:r>
              <a:rPr lang="en-US" dirty="0" err="1">
                <a:latin typeface="Consolas"/>
              </a:rPr>
              <a:t>init</a:t>
            </a:r>
            <a:r>
              <a:rPr lang="en-US" dirty="0">
                <a:latin typeface="Consolas"/>
              </a:rPr>
              <a:t>__</a:t>
            </a:r>
            <a:r>
              <a:rPr lang="en-US" dirty="0">
                <a:ea typeface="+mn-lt"/>
                <a:cs typeface="+mn-lt"/>
              </a:rPr>
              <a:t> method that </a:t>
            </a:r>
            <a:r>
              <a:rPr lang="en-US" dirty="0" err="1">
                <a:ea typeface="+mn-lt"/>
                <a:cs typeface="+mn-lt"/>
              </a:rPr>
              <a:t>initialises</a:t>
            </a:r>
            <a:r>
              <a:rPr lang="en-US" dirty="0">
                <a:ea typeface="+mn-lt"/>
                <a:cs typeface="+mn-lt"/>
              </a:rPr>
              <a:t> a user with their </a:t>
            </a:r>
            <a:r>
              <a:rPr lang="en-US" dirty="0">
                <a:latin typeface="Consolas"/>
              </a:rPr>
              <a:t>name</a:t>
            </a:r>
            <a:r>
              <a:rPr lang="en-US" dirty="0">
                <a:ea typeface="+mn-lt"/>
                <a:cs typeface="+mn-lt"/>
              </a:rPr>
              <a:t>, </a:t>
            </a:r>
            <a:r>
              <a:rPr lang="en-US" dirty="0">
                <a:latin typeface="Consolas"/>
              </a:rPr>
              <a:t>email</a:t>
            </a:r>
            <a:r>
              <a:rPr lang="en-US" dirty="0">
                <a:ea typeface="+mn-lt"/>
                <a:cs typeface="+mn-lt"/>
              </a:rPr>
              <a:t>, and a hashed </a:t>
            </a:r>
            <a:r>
              <a:rPr lang="en-US" dirty="0">
                <a:latin typeface="Consolas"/>
              </a:rPr>
              <a:t>password</a:t>
            </a:r>
            <a:r>
              <a:rPr lang="en-US" dirty="0">
                <a:ea typeface="+mn-lt"/>
                <a:cs typeface="+mn-lt"/>
              </a:rPr>
              <a:t>.  </a:t>
            </a:r>
            <a:endParaRPr lang="en-US" dirty="0">
              <a:latin typeface="Aptos"/>
            </a:endParaRPr>
          </a:p>
          <a:p>
            <a:endParaRPr lang="en-US">
              <a:latin typeface="Aptos"/>
            </a:endParaRPr>
          </a:p>
          <a:p>
            <a:r>
              <a:rPr lang="en-US" dirty="0">
                <a:latin typeface="Consolas"/>
              </a:rPr>
              <a:t>__</a:t>
            </a:r>
            <a:r>
              <a:rPr lang="en-US" dirty="0" err="1">
                <a:latin typeface="Consolas"/>
              </a:rPr>
              <a:t>init</a:t>
            </a:r>
            <a:r>
              <a:rPr lang="en-US" dirty="0">
                <a:latin typeface="Consolas"/>
              </a:rPr>
              <a:t>__</a:t>
            </a:r>
            <a:r>
              <a:rPr lang="en-US" dirty="0">
                <a:ea typeface="+mn-lt"/>
                <a:cs typeface="+mn-lt"/>
              </a:rPr>
              <a:t>: Sets up the user object with the provided details.</a:t>
            </a:r>
            <a:endParaRPr lang="en-US" dirty="0"/>
          </a:p>
          <a:p>
            <a:endParaRPr lang="en-US">
              <a:latin typeface="Aptos"/>
              <a:ea typeface="+mn-lt"/>
              <a:cs typeface="+mn-lt"/>
            </a:endParaRPr>
          </a:p>
          <a:p>
            <a:r>
              <a:rPr lang="en-US" dirty="0" err="1">
                <a:latin typeface="Consolas"/>
                <a:ea typeface="+mn-lt"/>
                <a:cs typeface="+mn-lt"/>
              </a:rPr>
              <a:t>check_password</a:t>
            </a:r>
            <a:r>
              <a:rPr lang="en-US" dirty="0">
                <a:ea typeface="+mn-lt"/>
                <a:cs typeface="+mn-lt"/>
              </a:rPr>
              <a:t> method compares a given password with the stored hashed password to verify if they match.</a:t>
            </a:r>
          </a:p>
          <a:p>
            <a:endParaRPr lang="en-US">
              <a:ea typeface="+mn-lt"/>
              <a:cs typeface="+mn-lt"/>
            </a:endParaRPr>
          </a:p>
          <a:p>
            <a:r>
              <a:rPr lang="en-US" dirty="0">
                <a:ea typeface="+mn-lt"/>
                <a:cs typeface="+mn-lt"/>
              </a:rPr>
              <a:t>The last part, </a:t>
            </a:r>
            <a:r>
              <a:rPr lang="en-US" dirty="0" err="1">
                <a:latin typeface="Consolas"/>
              </a:rPr>
              <a:t>db.create_all</a:t>
            </a:r>
            <a:r>
              <a:rPr lang="en-US" dirty="0">
                <a:latin typeface="Consolas"/>
              </a:rPr>
              <a:t>()</a:t>
            </a:r>
            <a:r>
              <a:rPr lang="en-US" dirty="0">
                <a:ea typeface="+mn-lt"/>
                <a:cs typeface="+mn-lt"/>
              </a:rPr>
              <a:t>, is creating all the database tables within an application context.</a:t>
            </a:r>
            <a:endParaRPr lang="en-US" dirty="0"/>
          </a:p>
        </p:txBody>
      </p:sp>
    </p:spTree>
    <p:extLst>
      <p:ext uri="{BB962C8B-B14F-4D97-AF65-F5344CB8AC3E}">
        <p14:creationId xmlns:p14="http://schemas.microsoft.com/office/powerpoint/2010/main" val="21828254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A2763B-A0E9-C362-3E0B-07697E891C29}"/>
              </a:ext>
            </a:extLst>
          </p:cNvPr>
          <p:cNvSpPr>
            <a:spLocks noGrp="1"/>
          </p:cNvSpPr>
          <p:nvPr>
            <p:ph type="title"/>
          </p:nvPr>
        </p:nvSpPr>
        <p:spPr/>
        <p:txBody>
          <a:bodyPr/>
          <a:lstStyle/>
          <a:p>
            <a:r>
              <a:rPr lang="en-US"/>
              <a:t>Register code </a:t>
            </a:r>
          </a:p>
        </p:txBody>
      </p:sp>
      <p:pic>
        <p:nvPicPr>
          <p:cNvPr id="4" name="Content Placeholder 3" descr="A computer screen shot of a program code&#10;&#10;AI-generated content may be incorrect.">
            <a:extLst>
              <a:ext uri="{FF2B5EF4-FFF2-40B4-BE49-F238E27FC236}">
                <a16:creationId xmlns:a16="http://schemas.microsoft.com/office/drawing/2014/main" id="{C485CC62-E889-40A9-7428-6B7C34F3B734}"/>
              </a:ext>
            </a:extLst>
          </p:cNvPr>
          <p:cNvPicPr>
            <a:picLocks noGrp="1" noChangeAspect="1"/>
          </p:cNvPicPr>
          <p:nvPr>
            <p:ph idx="1"/>
          </p:nvPr>
        </p:nvPicPr>
        <p:blipFill>
          <a:blip r:embed="rId2"/>
          <a:stretch>
            <a:fillRect/>
          </a:stretch>
        </p:blipFill>
        <p:spPr>
          <a:xfrm>
            <a:off x="2310668" y="2100078"/>
            <a:ext cx="6710973" cy="3997813"/>
          </a:xfrm>
        </p:spPr>
      </p:pic>
    </p:spTree>
    <p:extLst>
      <p:ext uri="{BB962C8B-B14F-4D97-AF65-F5344CB8AC3E}">
        <p14:creationId xmlns:p14="http://schemas.microsoft.com/office/powerpoint/2010/main" val="42646051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F6780-22F0-DBCE-B5FE-D30FFEA9B6C2}"/>
              </a:ext>
            </a:extLst>
          </p:cNvPr>
          <p:cNvSpPr>
            <a:spLocks noGrp="1"/>
          </p:cNvSpPr>
          <p:nvPr>
            <p:ph type="title"/>
          </p:nvPr>
        </p:nvSpPr>
        <p:spPr/>
        <p:txBody>
          <a:bodyPr/>
          <a:lstStyle/>
          <a:p>
            <a:r>
              <a:rPr lang="en-US"/>
              <a:t>Register code explanation </a:t>
            </a:r>
          </a:p>
        </p:txBody>
      </p:sp>
      <p:sp>
        <p:nvSpPr>
          <p:cNvPr id="3" name="Content Placeholder 2">
            <a:extLst>
              <a:ext uri="{FF2B5EF4-FFF2-40B4-BE49-F238E27FC236}">
                <a16:creationId xmlns:a16="http://schemas.microsoft.com/office/drawing/2014/main" id="{CCA98C3E-175F-4E25-A2D2-35DB008A7F98}"/>
              </a:ext>
            </a:extLst>
          </p:cNvPr>
          <p:cNvSpPr>
            <a:spLocks noGrp="1"/>
          </p:cNvSpPr>
          <p:nvPr>
            <p:ph idx="1"/>
          </p:nvPr>
        </p:nvSpPr>
        <p:spPr/>
        <p:txBody>
          <a:bodyPr vert="horz" lIns="91440" tIns="45720" rIns="91440" bIns="45720" rtlCol="0" anchor="t">
            <a:normAutofit/>
          </a:bodyPr>
          <a:lstStyle/>
          <a:p>
            <a:r>
              <a:rPr lang="en-US">
                <a:ea typeface="+mn-lt"/>
                <a:cs typeface="+mn-lt"/>
              </a:rPr>
              <a:t>This code defines a route </a:t>
            </a:r>
            <a:r>
              <a:rPr lang="en-US">
                <a:latin typeface="Consolas"/>
              </a:rPr>
              <a:t>/register</a:t>
            </a:r>
            <a:r>
              <a:rPr lang="en-US">
                <a:ea typeface="+mn-lt"/>
                <a:cs typeface="+mn-lt"/>
              </a:rPr>
              <a:t> in a Flask web application that handles both GET and POST requests. </a:t>
            </a:r>
          </a:p>
          <a:p>
            <a:r>
              <a:rPr lang="en-US">
                <a:ea typeface="+mn-lt"/>
                <a:cs typeface="+mn-lt"/>
              </a:rPr>
              <a:t>When a user visits the page, it shows the registration form (via </a:t>
            </a:r>
            <a:r>
              <a:rPr lang="en-US">
                <a:latin typeface="Consolas"/>
              </a:rPr>
              <a:t>GET</a:t>
            </a:r>
            <a:r>
              <a:rPr lang="en-US">
                <a:ea typeface="+mn-lt"/>
                <a:cs typeface="+mn-lt"/>
              </a:rPr>
              <a:t> method). </a:t>
            </a:r>
          </a:p>
          <a:p>
            <a:r>
              <a:rPr lang="en-US">
                <a:ea typeface="+mn-lt"/>
                <a:cs typeface="+mn-lt"/>
              </a:rPr>
              <a:t>If the form is submitted (via </a:t>
            </a:r>
            <a:r>
              <a:rPr lang="en-US">
                <a:latin typeface="Consolas"/>
              </a:rPr>
              <a:t>POST</a:t>
            </a:r>
            <a:r>
              <a:rPr lang="en-US">
                <a:ea typeface="+mn-lt"/>
                <a:cs typeface="+mn-lt"/>
              </a:rPr>
              <a:t> method), it extracts the user's name, email, and password from the form, creates a new </a:t>
            </a:r>
            <a:r>
              <a:rPr lang="en-US">
                <a:latin typeface="Consolas"/>
              </a:rPr>
              <a:t>User</a:t>
            </a:r>
            <a:r>
              <a:rPr lang="en-US">
                <a:ea typeface="+mn-lt"/>
                <a:cs typeface="+mn-lt"/>
              </a:rPr>
              <a:t> object, adds it to the database, and then commits the changes. Finally, the user is redirected to the login page (</a:t>
            </a:r>
            <a:r>
              <a:rPr lang="en-US">
                <a:latin typeface="Consolas"/>
              </a:rPr>
              <a:t>/login</a:t>
            </a:r>
            <a:r>
              <a:rPr lang="en-US">
                <a:ea typeface="+mn-lt"/>
                <a:cs typeface="+mn-lt"/>
              </a:rPr>
              <a:t>). </a:t>
            </a:r>
            <a:endParaRPr lang="en-US"/>
          </a:p>
        </p:txBody>
      </p:sp>
    </p:spTree>
    <p:extLst>
      <p:ext uri="{BB962C8B-B14F-4D97-AF65-F5344CB8AC3E}">
        <p14:creationId xmlns:p14="http://schemas.microsoft.com/office/powerpoint/2010/main" val="655241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EA3D6-9A30-D7EC-B437-2E4FD5A38CC8}"/>
              </a:ext>
            </a:extLst>
          </p:cNvPr>
          <p:cNvSpPr>
            <a:spLocks noGrp="1"/>
          </p:cNvSpPr>
          <p:nvPr>
            <p:ph type="title"/>
          </p:nvPr>
        </p:nvSpPr>
        <p:spPr/>
        <p:txBody>
          <a:bodyPr/>
          <a:lstStyle/>
          <a:p>
            <a:r>
              <a:rPr lang="en-US"/>
              <a:t>Login Code </a:t>
            </a:r>
          </a:p>
        </p:txBody>
      </p:sp>
      <p:pic>
        <p:nvPicPr>
          <p:cNvPr id="4" name="Content Placeholder 3" descr="A computer screen shot of a program code&#10;&#10;AI-generated content may be incorrect.">
            <a:extLst>
              <a:ext uri="{FF2B5EF4-FFF2-40B4-BE49-F238E27FC236}">
                <a16:creationId xmlns:a16="http://schemas.microsoft.com/office/drawing/2014/main" id="{DC3E1FA8-D7A7-386F-AB0C-129570CD6D23}"/>
              </a:ext>
            </a:extLst>
          </p:cNvPr>
          <p:cNvPicPr>
            <a:picLocks noGrp="1" noChangeAspect="1"/>
          </p:cNvPicPr>
          <p:nvPr>
            <p:ph idx="1"/>
          </p:nvPr>
        </p:nvPicPr>
        <p:blipFill>
          <a:blip r:embed="rId2"/>
          <a:stretch>
            <a:fillRect/>
          </a:stretch>
        </p:blipFill>
        <p:spPr>
          <a:xfrm>
            <a:off x="1894011" y="1967829"/>
            <a:ext cx="6889749" cy="3852007"/>
          </a:xfrm>
        </p:spPr>
      </p:pic>
    </p:spTree>
    <p:extLst>
      <p:ext uri="{BB962C8B-B14F-4D97-AF65-F5344CB8AC3E}">
        <p14:creationId xmlns:p14="http://schemas.microsoft.com/office/powerpoint/2010/main" val="30644651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40D10-D468-558F-BAC1-243CB3A61CC2}"/>
              </a:ext>
            </a:extLst>
          </p:cNvPr>
          <p:cNvSpPr>
            <a:spLocks noGrp="1"/>
          </p:cNvSpPr>
          <p:nvPr>
            <p:ph type="title"/>
          </p:nvPr>
        </p:nvSpPr>
        <p:spPr/>
        <p:txBody>
          <a:bodyPr/>
          <a:lstStyle/>
          <a:p>
            <a:r>
              <a:rPr lang="en-US"/>
              <a:t>Login Code explained </a:t>
            </a:r>
          </a:p>
        </p:txBody>
      </p:sp>
      <p:sp>
        <p:nvSpPr>
          <p:cNvPr id="3" name="Content Placeholder 2">
            <a:extLst>
              <a:ext uri="{FF2B5EF4-FFF2-40B4-BE49-F238E27FC236}">
                <a16:creationId xmlns:a16="http://schemas.microsoft.com/office/drawing/2014/main" id="{5157DBD8-7788-002F-7570-D2E299689E5E}"/>
              </a:ext>
            </a:extLst>
          </p:cNvPr>
          <p:cNvSpPr>
            <a:spLocks noGrp="1"/>
          </p:cNvSpPr>
          <p:nvPr>
            <p:ph idx="1"/>
          </p:nvPr>
        </p:nvSpPr>
        <p:spPr/>
        <p:txBody>
          <a:bodyPr vert="horz" lIns="91440" tIns="45720" rIns="91440" bIns="45720" rtlCol="0" anchor="t">
            <a:normAutofit lnSpcReduction="10000"/>
          </a:bodyPr>
          <a:lstStyle/>
          <a:p>
            <a:r>
              <a:rPr lang="en-US">
                <a:ea typeface="+mn-lt"/>
                <a:cs typeface="+mn-lt"/>
              </a:rPr>
              <a:t>This code defines a </a:t>
            </a:r>
            <a:r>
              <a:rPr lang="en-US">
                <a:latin typeface="Consolas"/>
              </a:rPr>
              <a:t>/login</a:t>
            </a:r>
            <a:r>
              <a:rPr lang="en-US">
                <a:ea typeface="+mn-lt"/>
                <a:cs typeface="+mn-lt"/>
              </a:rPr>
              <a:t> route in a Flask web application that handles both GET and POST requests.</a:t>
            </a:r>
          </a:p>
          <a:p>
            <a:r>
              <a:rPr lang="en-US">
                <a:ea typeface="+mn-lt"/>
                <a:cs typeface="+mn-lt"/>
              </a:rPr>
              <a:t> When the page is visited (GET method), it shows the login form.</a:t>
            </a:r>
          </a:p>
          <a:p>
            <a:r>
              <a:rPr lang="en-US">
                <a:ea typeface="+mn-lt"/>
                <a:cs typeface="+mn-lt"/>
              </a:rPr>
              <a:t> If the form is submitted (POST method), it retrieves the user's email and password. It then checks if the user exists in the database using the provided email and if the entered password matches the stored password (via </a:t>
            </a:r>
            <a:r>
              <a:rPr lang="en-US" err="1">
                <a:latin typeface="Consolas"/>
              </a:rPr>
              <a:t>check_password</a:t>
            </a:r>
            <a:r>
              <a:rPr lang="en-US">
                <a:ea typeface="+mn-lt"/>
                <a:cs typeface="+mn-lt"/>
              </a:rPr>
              <a:t> method). </a:t>
            </a:r>
          </a:p>
          <a:p>
            <a:r>
              <a:rPr lang="en-US">
                <a:ea typeface="+mn-lt"/>
                <a:cs typeface="+mn-lt"/>
              </a:rPr>
              <a:t>If both are correct, the user's email is stored in the session, and they are redirected to the dashboard (</a:t>
            </a:r>
            <a:r>
              <a:rPr lang="en-US">
                <a:latin typeface="Consolas"/>
              </a:rPr>
              <a:t>/dashboard</a:t>
            </a:r>
            <a:r>
              <a:rPr lang="en-US">
                <a:ea typeface="+mn-lt"/>
                <a:cs typeface="+mn-lt"/>
              </a:rPr>
              <a:t>). If the login details are incorrect, an error message is displayed on the login page.</a:t>
            </a:r>
            <a:endParaRPr lang="en-US"/>
          </a:p>
        </p:txBody>
      </p:sp>
    </p:spTree>
    <p:extLst>
      <p:ext uri="{BB962C8B-B14F-4D97-AF65-F5344CB8AC3E}">
        <p14:creationId xmlns:p14="http://schemas.microsoft.com/office/powerpoint/2010/main" val="9653235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D28788-71B3-6F2A-2EAF-D2ED1E8C7B41}"/>
              </a:ext>
            </a:extLst>
          </p:cNvPr>
          <p:cNvSpPr>
            <a:spLocks noGrp="1"/>
          </p:cNvSpPr>
          <p:nvPr>
            <p:ph type="title"/>
          </p:nvPr>
        </p:nvSpPr>
        <p:spPr/>
        <p:txBody>
          <a:bodyPr/>
          <a:lstStyle/>
          <a:p>
            <a:r>
              <a:rPr lang="en-US"/>
              <a:t>Dashboard code </a:t>
            </a:r>
          </a:p>
        </p:txBody>
      </p:sp>
      <p:pic>
        <p:nvPicPr>
          <p:cNvPr id="4" name="Content Placeholder 3" descr="A computer screen shot of a program&#10;&#10;AI-generated content may be incorrect.">
            <a:extLst>
              <a:ext uri="{FF2B5EF4-FFF2-40B4-BE49-F238E27FC236}">
                <a16:creationId xmlns:a16="http://schemas.microsoft.com/office/drawing/2014/main" id="{137432B3-3AA0-475B-691F-E4273456F412}"/>
              </a:ext>
            </a:extLst>
          </p:cNvPr>
          <p:cNvPicPr>
            <a:picLocks noGrp="1" noChangeAspect="1"/>
          </p:cNvPicPr>
          <p:nvPr>
            <p:ph idx="1"/>
          </p:nvPr>
        </p:nvPicPr>
        <p:blipFill>
          <a:blip r:embed="rId2"/>
          <a:stretch>
            <a:fillRect/>
          </a:stretch>
        </p:blipFill>
        <p:spPr>
          <a:xfrm>
            <a:off x="838201" y="2133417"/>
            <a:ext cx="8796214" cy="2338753"/>
          </a:xfrm>
        </p:spPr>
      </p:pic>
    </p:spTree>
    <p:extLst>
      <p:ext uri="{BB962C8B-B14F-4D97-AF65-F5344CB8AC3E}">
        <p14:creationId xmlns:p14="http://schemas.microsoft.com/office/powerpoint/2010/main" val="28216124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CBA93-D3AD-EFF0-FB01-13E670C993BE}"/>
              </a:ext>
            </a:extLst>
          </p:cNvPr>
          <p:cNvSpPr>
            <a:spLocks noGrp="1"/>
          </p:cNvSpPr>
          <p:nvPr>
            <p:ph type="title"/>
          </p:nvPr>
        </p:nvSpPr>
        <p:spPr/>
        <p:txBody>
          <a:bodyPr/>
          <a:lstStyle/>
          <a:p>
            <a:r>
              <a:rPr lang="en-US"/>
              <a:t>Dashboard code explained </a:t>
            </a:r>
          </a:p>
        </p:txBody>
      </p:sp>
      <p:sp>
        <p:nvSpPr>
          <p:cNvPr id="3" name="Content Placeholder 2">
            <a:extLst>
              <a:ext uri="{FF2B5EF4-FFF2-40B4-BE49-F238E27FC236}">
                <a16:creationId xmlns:a16="http://schemas.microsoft.com/office/drawing/2014/main" id="{5D7463E6-9243-6DB1-C642-2E792B4CF95A}"/>
              </a:ext>
            </a:extLst>
          </p:cNvPr>
          <p:cNvSpPr>
            <a:spLocks noGrp="1"/>
          </p:cNvSpPr>
          <p:nvPr>
            <p:ph idx="1"/>
          </p:nvPr>
        </p:nvSpPr>
        <p:spPr/>
        <p:txBody>
          <a:bodyPr vert="horz" lIns="91440" tIns="45720" rIns="91440" bIns="45720" rtlCol="0" anchor="t">
            <a:normAutofit/>
          </a:bodyPr>
          <a:lstStyle/>
          <a:p>
            <a:r>
              <a:rPr lang="en-US">
                <a:ea typeface="+mn-lt"/>
                <a:cs typeface="+mn-lt"/>
              </a:rPr>
              <a:t>This code defines a </a:t>
            </a:r>
            <a:r>
              <a:rPr lang="en-US">
                <a:latin typeface="Consolas"/>
              </a:rPr>
              <a:t>/dashboard</a:t>
            </a:r>
            <a:r>
              <a:rPr lang="en-US">
                <a:ea typeface="+mn-lt"/>
                <a:cs typeface="+mn-lt"/>
              </a:rPr>
              <a:t> route in a Flask web application. When a user visits this route, it first checks if their email is stored in the session (indicating they are logged in). </a:t>
            </a:r>
          </a:p>
          <a:p>
            <a:endParaRPr lang="en-US">
              <a:ea typeface="+mn-lt"/>
              <a:cs typeface="+mn-lt"/>
            </a:endParaRPr>
          </a:p>
          <a:p>
            <a:r>
              <a:rPr lang="en-US">
                <a:ea typeface="+mn-lt"/>
                <a:cs typeface="+mn-lt"/>
              </a:rPr>
              <a:t>If the email is present, it retrieves the user from the database using the stored email and renders the </a:t>
            </a:r>
            <a:r>
              <a:rPr lang="en-US">
                <a:latin typeface="Consolas"/>
              </a:rPr>
              <a:t>dashboard.html</a:t>
            </a:r>
            <a:r>
              <a:rPr lang="en-US">
                <a:ea typeface="+mn-lt"/>
                <a:cs typeface="+mn-lt"/>
              </a:rPr>
              <a:t> page, passing the user data to the template.</a:t>
            </a:r>
          </a:p>
          <a:p>
            <a:r>
              <a:rPr lang="en-US">
                <a:ea typeface="+mn-lt"/>
                <a:cs typeface="+mn-lt"/>
              </a:rPr>
              <a:t> If the email is not found in the session (indicating the user is not logged in), they are redirected to the login page (</a:t>
            </a:r>
            <a:r>
              <a:rPr lang="en-US">
                <a:latin typeface="Consolas"/>
              </a:rPr>
              <a:t>/login</a:t>
            </a:r>
            <a:r>
              <a:rPr lang="en-US">
                <a:ea typeface="+mn-lt"/>
                <a:cs typeface="+mn-lt"/>
              </a:rPr>
              <a:t>).</a:t>
            </a:r>
            <a:endParaRPr lang="en-US"/>
          </a:p>
        </p:txBody>
      </p:sp>
    </p:spTree>
    <p:extLst>
      <p:ext uri="{BB962C8B-B14F-4D97-AF65-F5344CB8AC3E}">
        <p14:creationId xmlns:p14="http://schemas.microsoft.com/office/powerpoint/2010/main" val="24048007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6632F-694F-AE0F-CD01-D9B36FC74895}"/>
              </a:ext>
            </a:extLst>
          </p:cNvPr>
          <p:cNvSpPr>
            <a:spLocks noGrp="1"/>
          </p:cNvSpPr>
          <p:nvPr>
            <p:ph type="title"/>
          </p:nvPr>
        </p:nvSpPr>
        <p:spPr/>
        <p:txBody>
          <a:bodyPr/>
          <a:lstStyle/>
          <a:p>
            <a:r>
              <a:rPr lang="en-US"/>
              <a:t>Log out route </a:t>
            </a:r>
          </a:p>
        </p:txBody>
      </p:sp>
      <p:pic>
        <p:nvPicPr>
          <p:cNvPr id="7" name="Content Placeholder 6" descr="A screen shot of a computer code&#10;&#10;AI-generated content may be incorrect.">
            <a:extLst>
              <a:ext uri="{FF2B5EF4-FFF2-40B4-BE49-F238E27FC236}">
                <a16:creationId xmlns:a16="http://schemas.microsoft.com/office/drawing/2014/main" id="{2217AD3C-3C5F-3ABC-21CD-DFD956C52E79}"/>
              </a:ext>
            </a:extLst>
          </p:cNvPr>
          <p:cNvPicPr>
            <a:picLocks noGrp="1" noChangeAspect="1"/>
          </p:cNvPicPr>
          <p:nvPr>
            <p:ph idx="1"/>
          </p:nvPr>
        </p:nvPicPr>
        <p:blipFill>
          <a:blip r:embed="rId2"/>
          <a:stretch>
            <a:fillRect/>
          </a:stretch>
        </p:blipFill>
        <p:spPr>
          <a:xfrm>
            <a:off x="3353045" y="2508800"/>
            <a:ext cx="6218603" cy="2349987"/>
          </a:xfrm>
        </p:spPr>
      </p:pic>
    </p:spTree>
    <p:extLst>
      <p:ext uri="{BB962C8B-B14F-4D97-AF65-F5344CB8AC3E}">
        <p14:creationId xmlns:p14="http://schemas.microsoft.com/office/powerpoint/2010/main" val="8500087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F96C9-77DB-D56D-B489-779759BB2676}"/>
              </a:ext>
            </a:extLst>
          </p:cNvPr>
          <p:cNvSpPr>
            <a:spLocks noGrp="1"/>
          </p:cNvSpPr>
          <p:nvPr>
            <p:ph type="title"/>
          </p:nvPr>
        </p:nvSpPr>
        <p:spPr/>
        <p:txBody>
          <a:bodyPr/>
          <a:lstStyle/>
          <a:p>
            <a:r>
              <a:rPr lang="en-US"/>
              <a:t>Log out route explained </a:t>
            </a:r>
          </a:p>
        </p:txBody>
      </p:sp>
      <p:sp>
        <p:nvSpPr>
          <p:cNvPr id="3" name="Content Placeholder 2">
            <a:extLst>
              <a:ext uri="{FF2B5EF4-FFF2-40B4-BE49-F238E27FC236}">
                <a16:creationId xmlns:a16="http://schemas.microsoft.com/office/drawing/2014/main" id="{703C2F71-5FDA-52CE-476C-511044E51181}"/>
              </a:ext>
            </a:extLst>
          </p:cNvPr>
          <p:cNvSpPr>
            <a:spLocks noGrp="1"/>
          </p:cNvSpPr>
          <p:nvPr>
            <p:ph idx="1"/>
          </p:nvPr>
        </p:nvSpPr>
        <p:spPr/>
        <p:txBody>
          <a:bodyPr vert="horz" lIns="91440" tIns="45720" rIns="91440" bIns="45720" rtlCol="0" anchor="t">
            <a:normAutofit/>
          </a:bodyPr>
          <a:lstStyle/>
          <a:p>
            <a:r>
              <a:rPr lang="en-US">
                <a:ea typeface="+mn-lt"/>
                <a:cs typeface="+mn-lt"/>
              </a:rPr>
              <a:t>This code defines a </a:t>
            </a:r>
            <a:r>
              <a:rPr lang="en-US">
                <a:latin typeface="Consolas"/>
              </a:rPr>
              <a:t>/logout</a:t>
            </a:r>
            <a:r>
              <a:rPr lang="en-US">
                <a:ea typeface="+mn-lt"/>
                <a:cs typeface="+mn-lt"/>
              </a:rPr>
              <a:t> route in the Flask web application. When a user visits this route, it removes their email from the session using </a:t>
            </a:r>
            <a:r>
              <a:rPr lang="en-US" err="1">
                <a:latin typeface="Consolas"/>
              </a:rPr>
              <a:t>session.pop</a:t>
            </a:r>
            <a:r>
              <a:rPr lang="en-US">
                <a:latin typeface="Consolas"/>
              </a:rPr>
              <a:t>('email', None)</a:t>
            </a:r>
            <a:r>
              <a:rPr lang="en-US">
                <a:ea typeface="+mn-lt"/>
                <a:cs typeface="+mn-lt"/>
              </a:rPr>
              <a:t>, effectively logging them out. After logging out, the user is redirected to the login page (</a:t>
            </a:r>
            <a:r>
              <a:rPr lang="en-US">
                <a:latin typeface="Consolas"/>
              </a:rPr>
              <a:t>/login</a:t>
            </a:r>
            <a:r>
              <a:rPr lang="en-US">
                <a:ea typeface="+mn-lt"/>
                <a:cs typeface="+mn-lt"/>
              </a:rPr>
              <a:t>).</a:t>
            </a:r>
            <a:endParaRPr lang="en-US"/>
          </a:p>
        </p:txBody>
      </p:sp>
    </p:spTree>
    <p:extLst>
      <p:ext uri="{BB962C8B-B14F-4D97-AF65-F5344CB8AC3E}">
        <p14:creationId xmlns:p14="http://schemas.microsoft.com/office/powerpoint/2010/main" val="27600053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EAB6DB-CBE3-DF84-87EB-41EEAC4C7E08}"/>
              </a:ext>
            </a:extLst>
          </p:cNvPr>
          <p:cNvSpPr>
            <a:spLocks noGrp="1"/>
          </p:cNvSpPr>
          <p:nvPr>
            <p:ph type="title"/>
          </p:nvPr>
        </p:nvSpPr>
        <p:spPr/>
        <p:txBody>
          <a:bodyPr/>
          <a:lstStyle/>
          <a:p>
            <a:r>
              <a:rPr lang="en-GB"/>
              <a:t>Code is available in Moodle  </a:t>
            </a:r>
          </a:p>
        </p:txBody>
      </p:sp>
      <p:sp>
        <p:nvSpPr>
          <p:cNvPr id="3" name="Content Placeholder 2">
            <a:extLst>
              <a:ext uri="{FF2B5EF4-FFF2-40B4-BE49-F238E27FC236}">
                <a16:creationId xmlns:a16="http://schemas.microsoft.com/office/drawing/2014/main" id="{A57BE7E0-232C-61DD-8C1F-77834E35E2C4}"/>
              </a:ext>
            </a:extLst>
          </p:cNvPr>
          <p:cNvSpPr>
            <a:spLocks noGrp="1"/>
          </p:cNvSpPr>
          <p:nvPr>
            <p:ph idx="1"/>
          </p:nvPr>
        </p:nvSpPr>
        <p:spPr/>
        <p:txBody>
          <a:bodyPr vert="horz" lIns="91440" tIns="45720" rIns="91440" bIns="45720" rtlCol="0" anchor="t">
            <a:normAutofit/>
          </a:bodyPr>
          <a:lstStyle/>
          <a:p>
            <a:r>
              <a:rPr lang="en-GB"/>
              <a:t>Downlaod folder </a:t>
            </a:r>
          </a:p>
          <a:p>
            <a:endParaRPr lang="en-GB"/>
          </a:p>
          <a:p>
            <a:r>
              <a:rPr lang="en-GB"/>
              <a:t>Unzip it </a:t>
            </a:r>
          </a:p>
          <a:p>
            <a:endParaRPr lang="en-GB"/>
          </a:p>
          <a:p>
            <a:r>
              <a:rPr lang="en-GB"/>
              <a:t>Copy all files and make a brand new folder in your home are and paste all files </a:t>
            </a:r>
          </a:p>
          <a:p>
            <a:endParaRPr lang="en-GB"/>
          </a:p>
          <a:p>
            <a:r>
              <a:rPr lang="en-GB"/>
              <a:t>Run the code, </a:t>
            </a:r>
            <a:r>
              <a:rPr lang="en-GB">
                <a:solidFill>
                  <a:srgbClr val="000000"/>
                </a:solidFill>
                <a:highlight>
                  <a:srgbClr val="FFFF00"/>
                </a:highlight>
              </a:rPr>
              <a:t>( don't disappoint if it doesn't work in first go) </a:t>
            </a:r>
          </a:p>
          <a:p>
            <a:endParaRPr lang="en-GB"/>
          </a:p>
          <a:p>
            <a:endParaRPr lang="en-GB"/>
          </a:p>
        </p:txBody>
      </p:sp>
    </p:spTree>
    <p:extLst>
      <p:ext uri="{BB962C8B-B14F-4D97-AF65-F5344CB8AC3E}">
        <p14:creationId xmlns:p14="http://schemas.microsoft.com/office/powerpoint/2010/main" val="12782905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A59655-A15F-ABE9-172B-3786660A2B16}"/>
              </a:ext>
            </a:extLst>
          </p:cNvPr>
          <p:cNvSpPr>
            <a:spLocks noGrp="1"/>
          </p:cNvSpPr>
          <p:nvPr>
            <p:ph type="title"/>
          </p:nvPr>
        </p:nvSpPr>
        <p:spPr/>
        <p:txBody>
          <a:bodyPr/>
          <a:lstStyle/>
          <a:p>
            <a:r>
              <a:rPr lang="en-GB"/>
              <a:t>So, what we did !</a:t>
            </a:r>
            <a:br>
              <a:rPr lang="en-GB"/>
            </a:br>
            <a:endParaRPr lang="en-GB"/>
          </a:p>
        </p:txBody>
      </p:sp>
      <p:sp>
        <p:nvSpPr>
          <p:cNvPr id="3" name="Content Placeholder 2">
            <a:extLst>
              <a:ext uri="{FF2B5EF4-FFF2-40B4-BE49-F238E27FC236}">
                <a16:creationId xmlns:a16="http://schemas.microsoft.com/office/drawing/2014/main" id="{DBAE5E28-3B1F-B8DA-1387-41867AF8A888}"/>
              </a:ext>
            </a:extLst>
          </p:cNvPr>
          <p:cNvSpPr>
            <a:spLocks noGrp="1"/>
          </p:cNvSpPr>
          <p:nvPr>
            <p:ph idx="1"/>
          </p:nvPr>
        </p:nvSpPr>
        <p:spPr/>
        <p:txBody>
          <a:bodyPr/>
          <a:lstStyle/>
          <a:p>
            <a:pPr marL="514350" indent="-514350">
              <a:buAutoNum type="arabicPeriod"/>
            </a:pPr>
            <a:r>
              <a:rPr lang="en-GB"/>
              <a:t>We made a table by making class user, table has id, email and password </a:t>
            </a:r>
          </a:p>
          <a:p>
            <a:pPr marL="514350" indent="-514350">
              <a:buAutoNum type="arabicPeriod"/>
            </a:pPr>
            <a:endParaRPr lang="en-GB"/>
          </a:p>
          <a:p>
            <a:pPr marL="514350" indent="-514350">
              <a:buAutoNum type="arabicPeriod"/>
            </a:pPr>
            <a:r>
              <a:rPr lang="en-GB"/>
              <a:t>Then we initialized the class by defining __</a:t>
            </a:r>
            <a:r>
              <a:rPr lang="en-GB" err="1"/>
              <a:t>init</a:t>
            </a:r>
            <a:r>
              <a:rPr lang="en-GB"/>
              <a:t>__.</a:t>
            </a:r>
          </a:p>
          <a:p>
            <a:pPr marL="514350" indent="-514350">
              <a:buAutoNum type="arabicPeriod"/>
            </a:pPr>
            <a:endParaRPr lang="en-GB"/>
          </a:p>
          <a:p>
            <a:pPr marL="514350" indent="-514350">
              <a:buAutoNum type="arabicPeriod"/>
            </a:pPr>
            <a:r>
              <a:rPr lang="en-GB"/>
              <a:t>Lastly, we make check password function by defining checking, which checks if passwords are same as was set by the user. </a:t>
            </a:r>
          </a:p>
        </p:txBody>
      </p:sp>
    </p:spTree>
    <p:extLst>
      <p:ext uri="{BB962C8B-B14F-4D97-AF65-F5344CB8AC3E}">
        <p14:creationId xmlns:p14="http://schemas.microsoft.com/office/powerpoint/2010/main" val="7546612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B4853-DFD9-C6D9-E905-AFB07A9E336C}"/>
              </a:ext>
            </a:extLst>
          </p:cNvPr>
          <p:cNvSpPr>
            <a:spLocks noGrp="1"/>
          </p:cNvSpPr>
          <p:nvPr>
            <p:ph type="title"/>
          </p:nvPr>
        </p:nvSpPr>
        <p:spPr/>
        <p:txBody>
          <a:bodyPr/>
          <a:lstStyle/>
          <a:p>
            <a:r>
              <a:rPr lang="en-US"/>
              <a:t>Flask documentation </a:t>
            </a:r>
          </a:p>
        </p:txBody>
      </p:sp>
      <p:sp>
        <p:nvSpPr>
          <p:cNvPr id="3" name="Content Placeholder 2">
            <a:extLst>
              <a:ext uri="{FF2B5EF4-FFF2-40B4-BE49-F238E27FC236}">
                <a16:creationId xmlns:a16="http://schemas.microsoft.com/office/drawing/2014/main" id="{114EB065-943C-880A-C7CB-E40DE20C95D9}"/>
              </a:ext>
            </a:extLst>
          </p:cNvPr>
          <p:cNvSpPr>
            <a:spLocks noGrp="1"/>
          </p:cNvSpPr>
          <p:nvPr>
            <p:ph idx="1"/>
          </p:nvPr>
        </p:nvSpPr>
        <p:spPr/>
        <p:txBody>
          <a:bodyPr vert="horz" lIns="91440" tIns="45720" rIns="91440" bIns="45720" rtlCol="0" anchor="t">
            <a:normAutofit/>
          </a:bodyPr>
          <a:lstStyle/>
          <a:p>
            <a:r>
              <a:rPr lang="en-US">
                <a:ea typeface="+mn-lt"/>
                <a:cs typeface="+mn-lt"/>
                <a:hlinkClick r:id="rId2"/>
              </a:rPr>
              <a:t>https://flask.palletsprojects.com/en/stable/</a:t>
            </a:r>
            <a:endParaRPr lang="en-US">
              <a:ea typeface="+mn-lt"/>
              <a:cs typeface="+mn-lt"/>
            </a:endParaRPr>
          </a:p>
          <a:p>
            <a:endParaRPr lang="en-US"/>
          </a:p>
          <a:p>
            <a:endParaRPr lang="en-US"/>
          </a:p>
        </p:txBody>
      </p:sp>
    </p:spTree>
    <p:extLst>
      <p:ext uri="{BB962C8B-B14F-4D97-AF65-F5344CB8AC3E}">
        <p14:creationId xmlns:p14="http://schemas.microsoft.com/office/powerpoint/2010/main" val="15585870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CDD2A-7961-AF69-E8B6-6E20BF0CC46A}"/>
              </a:ext>
            </a:extLst>
          </p:cNvPr>
          <p:cNvSpPr>
            <a:spLocks noGrp="1"/>
          </p:cNvSpPr>
          <p:nvPr>
            <p:ph type="title"/>
          </p:nvPr>
        </p:nvSpPr>
        <p:spPr/>
        <p:txBody>
          <a:bodyPr/>
          <a:lstStyle/>
          <a:p>
            <a:r>
              <a:rPr lang="en-US" dirty="0"/>
              <a:t>Presentation of work </a:t>
            </a:r>
          </a:p>
        </p:txBody>
      </p:sp>
      <p:sp>
        <p:nvSpPr>
          <p:cNvPr id="3" name="Content Placeholder 2">
            <a:extLst>
              <a:ext uri="{FF2B5EF4-FFF2-40B4-BE49-F238E27FC236}">
                <a16:creationId xmlns:a16="http://schemas.microsoft.com/office/drawing/2014/main" id="{5A2F5C1B-A763-7510-68E4-1CDA2D0512C1}"/>
              </a:ext>
            </a:extLst>
          </p:cNvPr>
          <p:cNvSpPr>
            <a:spLocks noGrp="1"/>
          </p:cNvSpPr>
          <p:nvPr>
            <p:ph idx="1"/>
          </p:nvPr>
        </p:nvSpPr>
        <p:spPr/>
        <p:txBody>
          <a:bodyPr vert="horz" lIns="91440" tIns="45720" rIns="91440" bIns="45720" rtlCol="0" anchor="t">
            <a:normAutofit/>
          </a:bodyPr>
          <a:lstStyle/>
          <a:p>
            <a:r>
              <a:rPr lang="en-US" dirty="0"/>
              <a:t>Present your work (Christmas assignment) </a:t>
            </a:r>
          </a:p>
        </p:txBody>
      </p:sp>
    </p:spTree>
    <p:extLst>
      <p:ext uri="{BB962C8B-B14F-4D97-AF65-F5344CB8AC3E}">
        <p14:creationId xmlns:p14="http://schemas.microsoft.com/office/powerpoint/2010/main" val="15918695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95118-046B-22D6-A043-D38F96E14382}"/>
              </a:ext>
            </a:extLst>
          </p:cNvPr>
          <p:cNvSpPr>
            <a:spLocks noGrp="1"/>
          </p:cNvSpPr>
          <p:nvPr>
            <p:ph type="title"/>
          </p:nvPr>
        </p:nvSpPr>
        <p:spPr/>
        <p:txBody>
          <a:bodyPr/>
          <a:lstStyle/>
          <a:p>
            <a:r>
              <a:rPr lang="en-GB"/>
              <a:t>Homework (review of prior learning) </a:t>
            </a:r>
          </a:p>
        </p:txBody>
      </p:sp>
      <p:sp>
        <p:nvSpPr>
          <p:cNvPr id="3" name="Content Placeholder 2">
            <a:extLst>
              <a:ext uri="{FF2B5EF4-FFF2-40B4-BE49-F238E27FC236}">
                <a16:creationId xmlns:a16="http://schemas.microsoft.com/office/drawing/2014/main" id="{CF36B6C0-7E1C-FFBF-41DC-283F11C0A8DD}"/>
              </a:ext>
            </a:extLst>
          </p:cNvPr>
          <p:cNvSpPr>
            <a:spLocks noGrp="1"/>
          </p:cNvSpPr>
          <p:nvPr>
            <p:ph idx="1"/>
          </p:nvPr>
        </p:nvSpPr>
        <p:spPr/>
        <p:txBody>
          <a:bodyPr vert="horz" lIns="91440" tIns="45720" rIns="91440" bIns="45720" rtlCol="0" anchor="t">
            <a:normAutofit/>
          </a:bodyPr>
          <a:lstStyle/>
          <a:p>
            <a:r>
              <a:rPr lang="en-GB"/>
              <a:t>You need to make a navigation bar, as you made a page with three column Name, Email and Password</a:t>
            </a:r>
          </a:p>
          <a:p>
            <a:endParaRPr lang="en-GB"/>
          </a:p>
          <a:p>
            <a:r>
              <a:rPr lang="en-GB"/>
              <a:t>Feel free,  to get code from Boot strap W3 school. </a:t>
            </a:r>
          </a:p>
        </p:txBody>
      </p:sp>
    </p:spTree>
    <p:extLst>
      <p:ext uri="{BB962C8B-B14F-4D97-AF65-F5344CB8AC3E}">
        <p14:creationId xmlns:p14="http://schemas.microsoft.com/office/powerpoint/2010/main" val="31961919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23</Slides>
  <Notes>0</Notes>
  <HiddenSlides>0</HiddenSlide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Office Theme</vt:lpstr>
      <vt:lpstr>User Registration </vt:lpstr>
      <vt:lpstr>Today's session </vt:lpstr>
      <vt:lpstr>We need to link database with login/register app we did last week </vt:lpstr>
      <vt:lpstr>Install bcrypt ( this encrypt all passwords for security)</vt:lpstr>
      <vt:lpstr>When you work with a SoftAware you go through all documentation </vt:lpstr>
      <vt:lpstr>Now import SQLalchmey </vt:lpstr>
      <vt:lpstr>Configuration of data base in app </vt:lpstr>
      <vt:lpstr>Now we are going to make a class for db:</vt:lpstr>
      <vt:lpstr>Now we are going to make initializer (__init__) </vt:lpstr>
      <vt:lpstr>Code explained </vt:lpstr>
      <vt:lpstr>Register code </vt:lpstr>
      <vt:lpstr>Register code explanation </vt:lpstr>
      <vt:lpstr>Login Code </vt:lpstr>
      <vt:lpstr>Login Code explained </vt:lpstr>
      <vt:lpstr>Dashboard code </vt:lpstr>
      <vt:lpstr>Dashboard code explained </vt:lpstr>
      <vt:lpstr>Log out route </vt:lpstr>
      <vt:lpstr>Log out route explained </vt:lpstr>
      <vt:lpstr>Code is available in Moodle  </vt:lpstr>
      <vt:lpstr>So, what we did ! </vt:lpstr>
      <vt:lpstr>Flask documentation </vt:lpstr>
      <vt:lpstr>Presentation of work </vt:lpstr>
      <vt:lpstr>Homework (review of prior learning)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Arooj, Aniqa</dc:creator>
  <cp:revision>91</cp:revision>
  <dcterms:created xsi:type="dcterms:W3CDTF">2024-12-29T21:27:52Z</dcterms:created>
  <dcterms:modified xsi:type="dcterms:W3CDTF">2025-01-21T12:28:37Z</dcterms:modified>
</cp:coreProperties>
</file>